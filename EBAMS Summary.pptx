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2" r:id="rId4"/>
    <p:sldId id="288" r:id="rId5"/>
    <p:sldId id="299" r:id="rId6"/>
    <p:sldId id="283" r:id="rId7"/>
    <p:sldId id="285" r:id="rId8"/>
    <p:sldId id="284" r:id="rId9"/>
    <p:sldId id="279" r:id="rId10"/>
    <p:sldId id="289" r:id="rId11"/>
    <p:sldId id="290" r:id="rId12"/>
    <p:sldId id="291" r:id="rId13"/>
    <p:sldId id="257" r:id="rId14"/>
    <p:sldId id="269" r:id="rId15"/>
    <p:sldId id="271" r:id="rId16"/>
    <p:sldId id="294" r:id="rId17"/>
    <p:sldId id="295" r:id="rId18"/>
    <p:sldId id="292" r:id="rId19"/>
    <p:sldId id="293" r:id="rId20"/>
    <p:sldId id="296" r:id="rId21"/>
    <p:sldId id="297" r:id="rId22"/>
    <p:sldId id="298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605283-B174-3E0F-E2E7-79C103CA55A6}" v="11" dt="2026-03-13T18:13:15.024"/>
    <p1510:client id="{392F4BCE-94EB-4D04-AE2E-01FA4A81C947}" v="62" dt="2026-03-13T17:40:00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4660"/>
  </p:normalViewPr>
  <p:slideViewPr>
    <p:cSldViewPr snapToGrid="0">
      <p:cViewPr varScale="1">
        <p:scale>
          <a:sx n="95" d="100"/>
          <a:sy n="95" d="100"/>
        </p:scale>
        <p:origin x="1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ssett, Christian J CTR USSOCOM NSW (USA)" userId="96f2892e-9d72-41d1-a008-f90f8332e7dd" providerId="ADAL" clId="{811942F5-6A10-422C-BD41-698A13AE2058}"/>
    <pc:docChg chg="undo custSel addSld delSld modSld sldOrd">
      <pc:chgData name="Bissett, Christian J CTR USSOCOM NSW (USA)" userId="96f2892e-9d72-41d1-a008-f90f8332e7dd" providerId="ADAL" clId="{811942F5-6A10-422C-BD41-698A13AE2058}" dt="2026-03-13T17:49:06.168" v="4760" actId="20577"/>
      <pc:docMkLst>
        <pc:docMk/>
      </pc:docMkLst>
      <pc:sldChg chg="modSp mod">
        <pc:chgData name="Bissett, Christian J CTR USSOCOM NSW (USA)" userId="96f2892e-9d72-41d1-a008-f90f8332e7dd" providerId="ADAL" clId="{811942F5-6A10-422C-BD41-698A13AE2058}" dt="2026-03-13T17:46:23.839" v="4709" actId="20577"/>
        <pc:sldMkLst>
          <pc:docMk/>
          <pc:sldMk cId="65782192" sldId="256"/>
        </pc:sldMkLst>
        <pc:spChg chg="mod">
          <ac:chgData name="Bissett, Christian J CTR USSOCOM NSW (USA)" userId="96f2892e-9d72-41d1-a008-f90f8332e7dd" providerId="ADAL" clId="{811942F5-6A10-422C-BD41-698A13AE2058}" dt="2026-03-13T17:46:23.839" v="4709" actId="20577"/>
          <ac:spMkLst>
            <pc:docMk/>
            <pc:sldMk cId="65782192" sldId="256"/>
            <ac:spMk id="2" creationId="{C62AD2FA-602A-A93F-D19D-E8B8051BBB5D}"/>
          </ac:spMkLst>
        </pc:spChg>
      </pc:sldChg>
      <pc:sldChg chg="modSp mod ord">
        <pc:chgData name="Bissett, Christian J CTR USSOCOM NSW (USA)" userId="96f2892e-9d72-41d1-a008-f90f8332e7dd" providerId="ADAL" clId="{811942F5-6A10-422C-BD41-698A13AE2058}" dt="2026-03-13T16:52:24.010" v="1558" actId="20577"/>
        <pc:sldMkLst>
          <pc:docMk/>
          <pc:sldMk cId="355603467" sldId="257"/>
        </pc:sldMkLst>
        <pc:spChg chg="mod">
          <ac:chgData name="Bissett, Christian J CTR USSOCOM NSW (USA)" userId="96f2892e-9d72-41d1-a008-f90f8332e7dd" providerId="ADAL" clId="{811942F5-6A10-422C-BD41-698A13AE2058}" dt="2026-03-13T16:52:24.010" v="1558" actId="20577"/>
          <ac:spMkLst>
            <pc:docMk/>
            <pc:sldMk cId="355603467" sldId="257"/>
            <ac:spMk id="2" creationId="{0704DB44-CCC6-9869-EF1C-78F656699E0C}"/>
          </ac:spMkLst>
        </pc:spChg>
      </pc:sldChg>
      <pc:sldChg chg="del ord">
        <pc:chgData name="Bissett, Christian J CTR USSOCOM NSW (USA)" userId="96f2892e-9d72-41d1-a008-f90f8332e7dd" providerId="ADAL" clId="{811942F5-6A10-422C-BD41-698A13AE2058}" dt="2026-03-13T17:36:46.169" v="4624" actId="2696"/>
        <pc:sldMkLst>
          <pc:docMk/>
          <pc:sldMk cId="2956455543" sldId="258"/>
        </pc:sldMkLst>
      </pc:sldChg>
      <pc:sldChg chg="modSp del mod ord">
        <pc:chgData name="Bissett, Christian J CTR USSOCOM NSW (USA)" userId="96f2892e-9d72-41d1-a008-f90f8332e7dd" providerId="ADAL" clId="{811942F5-6A10-422C-BD41-698A13AE2058}" dt="2026-03-13T17:12:31.275" v="2466" actId="2696"/>
        <pc:sldMkLst>
          <pc:docMk/>
          <pc:sldMk cId="328692765" sldId="259"/>
        </pc:sldMkLst>
        <pc:spChg chg="mod">
          <ac:chgData name="Bissett, Christian J CTR USSOCOM NSW (USA)" userId="96f2892e-9d72-41d1-a008-f90f8332e7dd" providerId="ADAL" clId="{811942F5-6A10-422C-BD41-698A13AE2058}" dt="2026-03-13T16:51:56.661" v="1528" actId="6549"/>
          <ac:spMkLst>
            <pc:docMk/>
            <pc:sldMk cId="328692765" sldId="259"/>
            <ac:spMk id="2" creationId="{AAD935AF-A059-9F98-908E-24997E8B97A6}"/>
          </ac:spMkLst>
        </pc:spChg>
      </pc:sldChg>
      <pc:sldChg chg="del ord">
        <pc:chgData name="Bissett, Christian J CTR USSOCOM NSW (USA)" userId="96f2892e-9d72-41d1-a008-f90f8332e7dd" providerId="ADAL" clId="{811942F5-6A10-422C-BD41-698A13AE2058}" dt="2026-03-13T17:36:43.794" v="4623" actId="2696"/>
        <pc:sldMkLst>
          <pc:docMk/>
          <pc:sldMk cId="1694253758" sldId="260"/>
        </pc:sldMkLst>
      </pc:sldChg>
      <pc:sldChg chg="del">
        <pc:chgData name="Bissett, Christian J CTR USSOCOM NSW (USA)" userId="96f2892e-9d72-41d1-a008-f90f8332e7dd" providerId="ADAL" clId="{811942F5-6A10-422C-BD41-698A13AE2058}" dt="2026-03-13T17:10:35.957" v="2465" actId="2696"/>
        <pc:sldMkLst>
          <pc:docMk/>
          <pc:sldMk cId="2525827015" sldId="263"/>
        </pc:sldMkLst>
      </pc:sldChg>
      <pc:sldChg chg="ord">
        <pc:chgData name="Bissett, Christian J CTR USSOCOM NSW (USA)" userId="96f2892e-9d72-41d1-a008-f90f8332e7dd" providerId="ADAL" clId="{811942F5-6A10-422C-BD41-698A13AE2058}" dt="2026-03-13T16:52:28.057" v="1560"/>
        <pc:sldMkLst>
          <pc:docMk/>
          <pc:sldMk cId="2662728273" sldId="269"/>
        </pc:sldMkLst>
      </pc:sldChg>
      <pc:sldChg chg="ord">
        <pc:chgData name="Bissett, Christian J CTR USSOCOM NSW (USA)" userId="96f2892e-9d72-41d1-a008-f90f8332e7dd" providerId="ADAL" clId="{811942F5-6A10-422C-BD41-698A13AE2058}" dt="2026-03-13T16:52:30.954" v="1562"/>
        <pc:sldMkLst>
          <pc:docMk/>
          <pc:sldMk cId="1206623623" sldId="271"/>
        </pc:sldMkLst>
      </pc:sldChg>
      <pc:sldChg chg="modSp mod ord">
        <pc:chgData name="Bissett, Christian J CTR USSOCOM NSW (USA)" userId="96f2892e-9d72-41d1-a008-f90f8332e7dd" providerId="ADAL" clId="{811942F5-6A10-422C-BD41-698A13AE2058}" dt="2026-03-13T16:35:57.636" v="647" actId="20577"/>
        <pc:sldMkLst>
          <pc:docMk/>
          <pc:sldMk cId="2312666251" sldId="272"/>
        </pc:sldMkLst>
        <pc:spChg chg="mod">
          <ac:chgData name="Bissett, Christian J CTR USSOCOM NSW (USA)" userId="96f2892e-9d72-41d1-a008-f90f8332e7dd" providerId="ADAL" clId="{811942F5-6A10-422C-BD41-698A13AE2058}" dt="2026-03-13T16:35:57.636" v="647" actId="20577"/>
          <ac:spMkLst>
            <pc:docMk/>
            <pc:sldMk cId="2312666251" sldId="272"/>
            <ac:spMk id="2" creationId="{0F77C611-EBE2-CF3B-27CC-1C2DA308E1AD}"/>
          </ac:spMkLst>
        </pc:spChg>
      </pc:sldChg>
      <pc:sldChg chg="ord">
        <pc:chgData name="Bissett, Christian J CTR USSOCOM NSW (USA)" userId="96f2892e-9d72-41d1-a008-f90f8332e7dd" providerId="ADAL" clId="{811942F5-6A10-422C-BD41-698A13AE2058}" dt="2026-03-13T16:21:37.068" v="3"/>
        <pc:sldMkLst>
          <pc:docMk/>
          <pc:sldMk cId="2075347595" sldId="275"/>
        </pc:sldMkLst>
      </pc:sldChg>
      <pc:sldChg chg="del ord">
        <pc:chgData name="Bissett, Christian J CTR USSOCOM NSW (USA)" userId="96f2892e-9d72-41d1-a008-f90f8332e7dd" providerId="ADAL" clId="{811942F5-6A10-422C-BD41-698A13AE2058}" dt="2026-03-13T17:12:52.360" v="2475" actId="2696"/>
        <pc:sldMkLst>
          <pc:docMk/>
          <pc:sldMk cId="712650876" sldId="276"/>
        </pc:sldMkLst>
      </pc:sldChg>
      <pc:sldChg chg="del ord">
        <pc:chgData name="Bissett, Christian J CTR USSOCOM NSW (USA)" userId="96f2892e-9d72-41d1-a008-f90f8332e7dd" providerId="ADAL" clId="{811942F5-6A10-422C-BD41-698A13AE2058}" dt="2026-03-13T17:36:54.014" v="4625" actId="2696"/>
        <pc:sldMkLst>
          <pc:docMk/>
          <pc:sldMk cId="398555014" sldId="277"/>
        </pc:sldMkLst>
      </pc:sldChg>
      <pc:sldChg chg="modSp mod ord">
        <pc:chgData name="Bissett, Christian J CTR USSOCOM NSW (USA)" userId="96f2892e-9d72-41d1-a008-f90f8332e7dd" providerId="ADAL" clId="{811942F5-6A10-422C-BD41-698A13AE2058}" dt="2026-03-13T16:50:34.353" v="1496" actId="20577"/>
        <pc:sldMkLst>
          <pc:docMk/>
          <pc:sldMk cId="1603833378" sldId="279"/>
        </pc:sldMkLst>
        <pc:spChg chg="mod">
          <ac:chgData name="Bissett, Christian J CTR USSOCOM NSW (USA)" userId="96f2892e-9d72-41d1-a008-f90f8332e7dd" providerId="ADAL" clId="{811942F5-6A10-422C-BD41-698A13AE2058}" dt="2026-03-13T16:50:34.353" v="1496" actId="20577"/>
          <ac:spMkLst>
            <pc:docMk/>
            <pc:sldMk cId="1603833378" sldId="279"/>
            <ac:spMk id="3" creationId="{6C20481C-EC4B-0527-C73C-0E2DFEBB7358}"/>
          </ac:spMkLst>
        </pc:spChg>
      </pc:sldChg>
      <pc:sldChg chg="modSp mod ord">
        <pc:chgData name="Bissett, Christian J CTR USSOCOM NSW (USA)" userId="96f2892e-9d72-41d1-a008-f90f8332e7dd" providerId="ADAL" clId="{811942F5-6A10-422C-BD41-698A13AE2058}" dt="2026-03-13T17:47:31.857" v="4721" actId="20577"/>
        <pc:sldMkLst>
          <pc:docMk/>
          <pc:sldMk cId="3629784096" sldId="283"/>
        </pc:sldMkLst>
        <pc:graphicFrameChg chg="mod modGraphic">
          <ac:chgData name="Bissett, Christian J CTR USSOCOM NSW (USA)" userId="96f2892e-9d72-41d1-a008-f90f8332e7dd" providerId="ADAL" clId="{811942F5-6A10-422C-BD41-698A13AE2058}" dt="2026-03-13T17:47:31.857" v="4721" actId="20577"/>
          <ac:graphicFrameMkLst>
            <pc:docMk/>
            <pc:sldMk cId="3629784096" sldId="283"/>
            <ac:graphicFrameMk id="5" creationId="{E715DEAF-9407-38CB-BEDB-A95E55901BB4}"/>
          </ac:graphicFrameMkLst>
        </pc:graphicFrameChg>
      </pc:sldChg>
      <pc:sldChg chg="addSp modSp mod ord">
        <pc:chgData name="Bissett, Christian J CTR USSOCOM NSW (USA)" userId="96f2892e-9d72-41d1-a008-f90f8332e7dd" providerId="ADAL" clId="{811942F5-6A10-422C-BD41-698A13AE2058}" dt="2026-03-13T17:48:29.833" v="4758" actId="20577"/>
        <pc:sldMkLst>
          <pc:docMk/>
          <pc:sldMk cId="1191539122" sldId="284"/>
        </pc:sldMkLst>
        <pc:spChg chg="add mod">
          <ac:chgData name="Bissett, Christian J CTR USSOCOM NSW (USA)" userId="96f2892e-9d72-41d1-a008-f90f8332e7dd" providerId="ADAL" clId="{811942F5-6A10-422C-BD41-698A13AE2058}" dt="2026-03-13T17:48:29.833" v="4758" actId="20577"/>
          <ac:spMkLst>
            <pc:docMk/>
            <pc:sldMk cId="1191539122" sldId="284"/>
            <ac:spMk id="3" creationId="{D101CA1C-6DBE-1710-AA0B-2F0E004F50E6}"/>
          </ac:spMkLst>
        </pc:spChg>
        <pc:graphicFrameChg chg="add mod modGraphic">
          <ac:chgData name="Bissett, Christian J CTR USSOCOM NSW (USA)" userId="96f2892e-9d72-41d1-a008-f90f8332e7dd" providerId="ADAL" clId="{811942F5-6A10-422C-BD41-698A13AE2058}" dt="2026-03-13T17:48:00.136" v="4726" actId="20577"/>
          <ac:graphicFrameMkLst>
            <pc:docMk/>
            <pc:sldMk cId="1191539122" sldId="284"/>
            <ac:graphicFrameMk id="5" creationId="{3624938C-892B-0887-668A-5BD39615665C}"/>
          </ac:graphicFrameMkLst>
        </pc:graphicFrameChg>
      </pc:sldChg>
      <pc:sldChg chg="modSp mod ord">
        <pc:chgData name="Bissett, Christian J CTR USSOCOM NSW (USA)" userId="96f2892e-9d72-41d1-a008-f90f8332e7dd" providerId="ADAL" clId="{811942F5-6A10-422C-BD41-698A13AE2058}" dt="2026-03-13T17:47:49.946" v="4725" actId="20577"/>
        <pc:sldMkLst>
          <pc:docMk/>
          <pc:sldMk cId="2590734105" sldId="285"/>
        </pc:sldMkLst>
        <pc:spChg chg="mod">
          <ac:chgData name="Bissett, Christian J CTR USSOCOM NSW (USA)" userId="96f2892e-9d72-41d1-a008-f90f8332e7dd" providerId="ADAL" clId="{811942F5-6A10-422C-BD41-698A13AE2058}" dt="2026-03-13T16:25:14.177" v="314" actId="1076"/>
          <ac:spMkLst>
            <pc:docMk/>
            <pc:sldMk cId="2590734105" sldId="285"/>
            <ac:spMk id="2" creationId="{A8306776-E606-0EE6-7364-642EA1CE261E}"/>
          </ac:spMkLst>
        </pc:spChg>
        <pc:spChg chg="mod">
          <ac:chgData name="Bissett, Christian J CTR USSOCOM NSW (USA)" userId="96f2892e-9d72-41d1-a008-f90f8332e7dd" providerId="ADAL" clId="{811942F5-6A10-422C-BD41-698A13AE2058}" dt="2026-03-13T17:47:49.946" v="4725" actId="20577"/>
          <ac:spMkLst>
            <pc:docMk/>
            <pc:sldMk cId="2590734105" sldId="285"/>
            <ac:spMk id="3" creationId="{8453B59F-F6CA-209A-9966-308CBF4751D6}"/>
          </ac:spMkLst>
        </pc:spChg>
      </pc:sldChg>
      <pc:sldChg chg="delSp add del setBg delDesignElem">
        <pc:chgData name="Bissett, Christian J CTR USSOCOM NSW (USA)" userId="96f2892e-9d72-41d1-a008-f90f8332e7dd" providerId="ADAL" clId="{811942F5-6A10-422C-BD41-698A13AE2058}" dt="2026-03-13T16:26:53.484" v="449" actId="2696"/>
        <pc:sldMkLst>
          <pc:docMk/>
          <pc:sldMk cId="4152073569" sldId="287"/>
        </pc:sldMkLst>
        <pc:spChg chg="del">
          <ac:chgData name="Bissett, Christian J CTR USSOCOM NSW (USA)" userId="96f2892e-9d72-41d1-a008-f90f8332e7dd" providerId="ADAL" clId="{811942F5-6A10-422C-BD41-698A13AE2058}" dt="2026-03-13T16:21:51.600" v="5"/>
          <ac:spMkLst>
            <pc:docMk/>
            <pc:sldMk cId="4152073569" sldId="287"/>
            <ac:spMk id="8" creationId="{BCD1B992-E8CF-3853-5034-9A3184020167}"/>
          </ac:spMkLst>
        </pc:spChg>
        <pc:spChg chg="del">
          <ac:chgData name="Bissett, Christian J CTR USSOCOM NSW (USA)" userId="96f2892e-9d72-41d1-a008-f90f8332e7dd" providerId="ADAL" clId="{811942F5-6A10-422C-BD41-698A13AE2058}" dt="2026-03-13T16:21:51.600" v="5"/>
          <ac:spMkLst>
            <pc:docMk/>
            <pc:sldMk cId="4152073569" sldId="287"/>
            <ac:spMk id="10" creationId="{BDB56C1F-1F3E-AA07-386D-4466869C99A2}"/>
          </ac:spMkLst>
        </pc:spChg>
        <pc:spChg chg="del">
          <ac:chgData name="Bissett, Christian J CTR USSOCOM NSW (USA)" userId="96f2892e-9d72-41d1-a008-f90f8332e7dd" providerId="ADAL" clId="{811942F5-6A10-422C-BD41-698A13AE2058}" dt="2026-03-13T16:21:51.600" v="5"/>
          <ac:spMkLst>
            <pc:docMk/>
            <pc:sldMk cId="4152073569" sldId="287"/>
            <ac:spMk id="12" creationId="{5DEE4C06-9A97-E928-C7B7-15D19997398B}"/>
          </ac:spMkLst>
        </pc:spChg>
        <pc:spChg chg="del">
          <ac:chgData name="Bissett, Christian J CTR USSOCOM NSW (USA)" userId="96f2892e-9d72-41d1-a008-f90f8332e7dd" providerId="ADAL" clId="{811942F5-6A10-422C-BD41-698A13AE2058}" dt="2026-03-13T16:21:51.600" v="5"/>
          <ac:spMkLst>
            <pc:docMk/>
            <pc:sldMk cId="4152073569" sldId="287"/>
            <ac:spMk id="14" creationId="{4E98D7A6-EBBE-238D-7757-3F33A2D5CAB3}"/>
          </ac:spMkLst>
        </pc:spChg>
        <pc:spChg chg="del">
          <ac:chgData name="Bissett, Christian J CTR USSOCOM NSW (USA)" userId="96f2892e-9d72-41d1-a008-f90f8332e7dd" providerId="ADAL" clId="{811942F5-6A10-422C-BD41-698A13AE2058}" dt="2026-03-13T16:21:51.600" v="5"/>
          <ac:spMkLst>
            <pc:docMk/>
            <pc:sldMk cId="4152073569" sldId="287"/>
            <ac:spMk id="16" creationId="{FD10AFE4-4E1D-3342-D7CF-142202F8B6AC}"/>
          </ac:spMkLst>
        </pc:spChg>
        <pc:spChg chg="del">
          <ac:chgData name="Bissett, Christian J CTR USSOCOM NSW (USA)" userId="96f2892e-9d72-41d1-a008-f90f8332e7dd" providerId="ADAL" clId="{811942F5-6A10-422C-BD41-698A13AE2058}" dt="2026-03-13T16:21:51.600" v="5"/>
          <ac:spMkLst>
            <pc:docMk/>
            <pc:sldMk cId="4152073569" sldId="287"/>
            <ac:spMk id="20" creationId="{4B407C0D-725F-659A-28CA-C7F9FF62A3A8}"/>
          </ac:spMkLst>
        </pc:spChg>
        <pc:spChg chg="del">
          <ac:chgData name="Bissett, Christian J CTR USSOCOM NSW (USA)" userId="96f2892e-9d72-41d1-a008-f90f8332e7dd" providerId="ADAL" clId="{811942F5-6A10-422C-BD41-698A13AE2058}" dt="2026-03-13T16:21:51.600" v="5"/>
          <ac:spMkLst>
            <pc:docMk/>
            <pc:sldMk cId="4152073569" sldId="287"/>
            <ac:spMk id="22" creationId="{EACBEB59-2386-4D6E-237E-8F23625136FC}"/>
          </ac:spMkLst>
        </pc:spChg>
        <pc:spChg chg="del">
          <ac:chgData name="Bissett, Christian J CTR USSOCOM NSW (USA)" userId="96f2892e-9d72-41d1-a008-f90f8332e7dd" providerId="ADAL" clId="{811942F5-6A10-422C-BD41-698A13AE2058}" dt="2026-03-13T16:21:51.600" v="5"/>
          <ac:spMkLst>
            <pc:docMk/>
            <pc:sldMk cId="4152073569" sldId="287"/>
            <ac:spMk id="24" creationId="{C99413D8-94FC-AC90-30D3-1B4239A06895}"/>
          </ac:spMkLst>
        </pc:spChg>
        <pc:cxnChg chg="del">
          <ac:chgData name="Bissett, Christian J CTR USSOCOM NSW (USA)" userId="96f2892e-9d72-41d1-a008-f90f8332e7dd" providerId="ADAL" clId="{811942F5-6A10-422C-BD41-698A13AE2058}" dt="2026-03-13T16:21:51.600" v="5"/>
          <ac:cxnSpMkLst>
            <pc:docMk/>
            <pc:sldMk cId="4152073569" sldId="287"/>
            <ac:cxnSpMk id="18" creationId="{21DD29F0-9DEC-809B-843C-FEED7B5E7D28}"/>
          </ac:cxnSpMkLst>
        </pc:cxnChg>
      </pc:sldChg>
      <pc:sldChg chg="addSp delSp modSp add mod ord setBg addAnim delAnim">
        <pc:chgData name="Bissett, Christian J CTR USSOCOM NSW (USA)" userId="96f2892e-9d72-41d1-a008-f90f8332e7dd" providerId="ADAL" clId="{811942F5-6A10-422C-BD41-698A13AE2058}" dt="2026-03-13T16:29:33.360" v="513" actId="20577"/>
        <pc:sldMkLst>
          <pc:docMk/>
          <pc:sldMk cId="3799606432" sldId="288"/>
        </pc:sldMkLst>
        <pc:spChg chg="mod">
          <ac:chgData name="Bissett, Christian J CTR USSOCOM NSW (USA)" userId="96f2892e-9d72-41d1-a008-f90f8332e7dd" providerId="ADAL" clId="{811942F5-6A10-422C-BD41-698A13AE2058}" dt="2026-03-13T16:28:09.995" v="460" actId="26606"/>
          <ac:spMkLst>
            <pc:docMk/>
            <pc:sldMk cId="3799606432" sldId="288"/>
            <ac:spMk id="2" creationId="{A0509BCB-F27B-F0AB-9CC7-3A025B342002}"/>
          </ac:spMkLst>
        </pc:spChg>
        <pc:spChg chg="add mod">
          <ac:chgData name="Bissett, Christian J CTR USSOCOM NSW (USA)" userId="96f2892e-9d72-41d1-a008-f90f8332e7dd" providerId="ADAL" clId="{811942F5-6A10-422C-BD41-698A13AE2058}" dt="2026-03-13T16:29:33.360" v="513" actId="20577"/>
          <ac:spMkLst>
            <pc:docMk/>
            <pc:sldMk cId="3799606432" sldId="288"/>
            <ac:spMk id="3" creationId="{B7D12FE5-00F7-5FB5-493E-B080593461DD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2.660" v="454" actId="26606"/>
          <ac:spMkLst>
            <pc:docMk/>
            <pc:sldMk cId="3799606432" sldId="288"/>
            <ac:spMk id="13" creationId="{489B7BFD-8F45-4093-AD9C-91B15B0503D9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2.660" v="454" actId="26606"/>
          <ac:spMkLst>
            <pc:docMk/>
            <pc:sldMk cId="3799606432" sldId="288"/>
            <ac:spMk id="15" creationId="{D9DFE8A5-DCEC-4A43-B613-D62AC8C5734F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2.660" v="454" actId="26606"/>
          <ac:spMkLst>
            <pc:docMk/>
            <pc:sldMk cId="3799606432" sldId="288"/>
            <ac:spMk id="17" creationId="{28169967-F1A4-4EE8-A07F-DD064C05A974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2.660" v="454" actId="26606"/>
          <ac:spMkLst>
            <pc:docMk/>
            <pc:sldMk cId="3799606432" sldId="288"/>
            <ac:spMk id="19" creationId="{26B7664A-BE61-4A65-B937-A31E08B8B9AD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2.660" v="454" actId="26606"/>
          <ac:spMkLst>
            <pc:docMk/>
            <pc:sldMk cId="3799606432" sldId="288"/>
            <ac:spMk id="21" creationId="{279CAF82-0ECF-42BE-8F37-F71941E5D410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2.660" v="454" actId="26606"/>
          <ac:spMkLst>
            <pc:docMk/>
            <pc:sldMk cId="3799606432" sldId="288"/>
            <ac:spMk id="23" creationId="{CD08DEF0-DEFD-4BD6-BCF3-12E1C32E7B8B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2.660" v="454" actId="26606"/>
          <ac:spMkLst>
            <pc:docMk/>
            <pc:sldMk cId="3799606432" sldId="288"/>
            <ac:spMk id="32" creationId="{033BC44A-0661-43B4-9C14-FD5963C226AE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2.660" v="454" actId="26606"/>
          <ac:spMkLst>
            <pc:docMk/>
            <pc:sldMk cId="3799606432" sldId="288"/>
            <ac:spMk id="34" creationId="{AFD0A328-1739-4303-94E8-A87D5F4D05C0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9.746" v="456" actId="26606"/>
          <ac:spMkLst>
            <pc:docMk/>
            <pc:sldMk cId="3799606432" sldId="288"/>
            <ac:spMk id="36" creationId="{533BF18B-C8A1-400D-BBBD-6103EC90FE1A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9.746" v="456" actId="26606"/>
          <ac:spMkLst>
            <pc:docMk/>
            <pc:sldMk cId="3799606432" sldId="288"/>
            <ac:spMk id="37" creationId="{99413ED5-9ED4-4772-BCE4-2BCAE6B12E35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9.746" v="456" actId="26606"/>
          <ac:spMkLst>
            <pc:docMk/>
            <pc:sldMk cId="3799606432" sldId="288"/>
            <ac:spMk id="38" creationId="{04357C93-F0CB-4A1C-8F77-4E9063789819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7:59.746" v="456" actId="26606"/>
          <ac:spMkLst>
            <pc:docMk/>
            <pc:sldMk cId="3799606432" sldId="288"/>
            <ac:spMk id="39" creationId="{90F533E9-6690-41A8-A372-4C6C622D028D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28:09.979" v="459" actId="26606"/>
          <ac:spMkLst>
            <pc:docMk/>
            <pc:sldMk cId="3799606432" sldId="288"/>
            <ac:spMk id="41" creationId="{AC8EEB0F-BA72-49AC-956F-331B60FDE79E}"/>
          </ac:spMkLst>
        </pc:spChg>
        <pc:spChg chg="add">
          <ac:chgData name="Bissett, Christian J CTR USSOCOM NSW (USA)" userId="96f2892e-9d72-41d1-a008-f90f8332e7dd" providerId="ADAL" clId="{811942F5-6A10-422C-BD41-698A13AE2058}" dt="2026-03-13T16:28:09.995" v="460" actId="26606"/>
          <ac:spMkLst>
            <pc:docMk/>
            <pc:sldMk cId="3799606432" sldId="288"/>
            <ac:spMk id="49" creationId="{533BF18B-C8A1-400D-BBBD-6103EC90FE1A}"/>
          </ac:spMkLst>
        </pc:spChg>
        <pc:spChg chg="add">
          <ac:chgData name="Bissett, Christian J CTR USSOCOM NSW (USA)" userId="96f2892e-9d72-41d1-a008-f90f8332e7dd" providerId="ADAL" clId="{811942F5-6A10-422C-BD41-698A13AE2058}" dt="2026-03-13T16:28:09.995" v="460" actId="26606"/>
          <ac:spMkLst>
            <pc:docMk/>
            <pc:sldMk cId="3799606432" sldId="288"/>
            <ac:spMk id="50" creationId="{99413ED5-9ED4-4772-BCE4-2BCAE6B12E35}"/>
          </ac:spMkLst>
        </pc:spChg>
        <pc:spChg chg="add">
          <ac:chgData name="Bissett, Christian J CTR USSOCOM NSW (USA)" userId="96f2892e-9d72-41d1-a008-f90f8332e7dd" providerId="ADAL" clId="{811942F5-6A10-422C-BD41-698A13AE2058}" dt="2026-03-13T16:28:09.995" v="460" actId="26606"/>
          <ac:spMkLst>
            <pc:docMk/>
            <pc:sldMk cId="3799606432" sldId="288"/>
            <ac:spMk id="51" creationId="{04357C93-F0CB-4A1C-8F77-4E9063789819}"/>
          </ac:spMkLst>
        </pc:spChg>
        <pc:spChg chg="add">
          <ac:chgData name="Bissett, Christian J CTR USSOCOM NSW (USA)" userId="96f2892e-9d72-41d1-a008-f90f8332e7dd" providerId="ADAL" clId="{811942F5-6A10-422C-BD41-698A13AE2058}" dt="2026-03-13T16:28:09.995" v="460" actId="26606"/>
          <ac:spMkLst>
            <pc:docMk/>
            <pc:sldMk cId="3799606432" sldId="288"/>
            <ac:spMk id="52" creationId="{90F533E9-6690-41A8-A372-4C6C622D028D}"/>
          </ac:spMkLst>
        </pc:spChg>
        <pc:grpChg chg="add del">
          <ac:chgData name="Bissett, Christian J CTR USSOCOM NSW (USA)" userId="96f2892e-9d72-41d1-a008-f90f8332e7dd" providerId="ADAL" clId="{811942F5-6A10-422C-BD41-698A13AE2058}" dt="2026-03-13T16:28:09.979" v="459" actId="26606"/>
          <ac:grpSpMkLst>
            <pc:docMk/>
            <pc:sldMk cId="3799606432" sldId="288"/>
            <ac:grpSpMk id="27" creationId="{1F5AD99D-D9DE-4538-B93F-D082821D361E}"/>
          </ac:grpSpMkLst>
        </pc:grpChg>
        <pc:grpChg chg="add del">
          <ac:chgData name="Bissett, Christian J CTR USSOCOM NSW (USA)" userId="96f2892e-9d72-41d1-a008-f90f8332e7dd" providerId="ADAL" clId="{811942F5-6A10-422C-BD41-698A13AE2058}" dt="2026-03-13T16:28:09.979" v="459" actId="26606"/>
          <ac:grpSpMkLst>
            <pc:docMk/>
            <pc:sldMk cId="3799606432" sldId="288"/>
            <ac:grpSpMk id="42" creationId="{54C5F191-28EB-4204-8F9D-2EA49651480F}"/>
          </ac:grpSpMkLst>
        </pc:grpChg>
        <pc:grpChg chg="add del">
          <ac:chgData name="Bissett, Christian J CTR USSOCOM NSW (USA)" userId="96f2892e-9d72-41d1-a008-f90f8332e7dd" providerId="ADAL" clId="{811942F5-6A10-422C-BD41-698A13AE2058}" dt="2026-03-13T16:28:09.979" v="459" actId="26606"/>
          <ac:grpSpMkLst>
            <pc:docMk/>
            <pc:sldMk cId="3799606432" sldId="288"/>
            <ac:grpSpMk id="45" creationId="{19A5CE6D-B0CD-44A3-A50A-64467EB0712C}"/>
          </ac:grpSpMkLst>
        </pc:grpChg>
        <pc:picChg chg="mod ord">
          <ac:chgData name="Bissett, Christian J CTR USSOCOM NSW (USA)" userId="96f2892e-9d72-41d1-a008-f90f8332e7dd" providerId="ADAL" clId="{811942F5-6A10-422C-BD41-698A13AE2058}" dt="2026-03-13T16:28:09.995" v="460" actId="26606"/>
          <ac:picMkLst>
            <pc:docMk/>
            <pc:sldMk cId="3799606432" sldId="288"/>
            <ac:picMk id="4" creationId="{7043E8B1-8ECF-EB01-90CC-C7C17EA617EF}"/>
          </ac:picMkLst>
        </pc:picChg>
        <pc:picChg chg="mod ord">
          <ac:chgData name="Bissett, Christian J CTR USSOCOM NSW (USA)" userId="96f2892e-9d72-41d1-a008-f90f8332e7dd" providerId="ADAL" clId="{811942F5-6A10-422C-BD41-698A13AE2058}" dt="2026-03-13T16:28:09.995" v="460" actId="26606"/>
          <ac:picMkLst>
            <pc:docMk/>
            <pc:sldMk cId="3799606432" sldId="288"/>
            <ac:picMk id="6" creationId="{14528297-348F-3ADB-E0E2-525CA5E31436}"/>
          </ac:picMkLst>
        </pc:picChg>
        <pc:picChg chg="mod">
          <ac:chgData name="Bissett, Christian J CTR USSOCOM NSW (USA)" userId="96f2892e-9d72-41d1-a008-f90f8332e7dd" providerId="ADAL" clId="{811942F5-6A10-422C-BD41-698A13AE2058}" dt="2026-03-13T16:28:09.995" v="460" actId="26606"/>
          <ac:picMkLst>
            <pc:docMk/>
            <pc:sldMk cId="3799606432" sldId="288"/>
            <ac:picMk id="8" creationId="{2EC649CA-EE50-FA61-D60A-E39C851EC4B9}"/>
          </ac:picMkLst>
        </pc:picChg>
      </pc:sldChg>
      <pc:sldChg chg="addSp delSp modSp new mod setBg">
        <pc:chgData name="Bissett, Christian J CTR USSOCOM NSW (USA)" userId="96f2892e-9d72-41d1-a008-f90f8332e7dd" providerId="ADAL" clId="{811942F5-6A10-422C-BD41-698A13AE2058}" dt="2026-03-13T17:49:06.168" v="4760" actId="20577"/>
        <pc:sldMkLst>
          <pc:docMk/>
          <pc:sldMk cId="2661460224" sldId="289"/>
        </pc:sldMkLst>
        <pc:spChg chg="mod">
          <ac:chgData name="Bissett, Christian J CTR USSOCOM NSW (USA)" userId="96f2892e-9d72-41d1-a008-f90f8332e7dd" providerId="ADAL" clId="{811942F5-6A10-422C-BD41-698A13AE2058}" dt="2026-03-13T16:58:48.652" v="2072" actId="26606"/>
          <ac:spMkLst>
            <pc:docMk/>
            <pc:sldMk cId="2661460224" sldId="289"/>
            <ac:spMk id="2" creationId="{4D209D84-02E1-E1A1-9615-FB93F606627F}"/>
          </ac:spMkLst>
        </pc:spChg>
        <pc:spChg chg="add del mod">
          <ac:chgData name="Bissett, Christian J CTR USSOCOM NSW (USA)" userId="96f2892e-9d72-41d1-a008-f90f8332e7dd" providerId="ADAL" clId="{811942F5-6A10-422C-BD41-698A13AE2058}" dt="2026-03-13T16:58:48.652" v="2072" actId="26606"/>
          <ac:spMkLst>
            <pc:docMk/>
            <pc:sldMk cId="2661460224" sldId="289"/>
            <ac:spMk id="3" creationId="{C48655E1-5442-8B89-CF86-170017C92DF3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33.177" v="2067" actId="26606"/>
          <ac:spMkLst>
            <pc:docMk/>
            <pc:sldMk cId="2661460224" sldId="289"/>
            <ac:spMk id="9" creationId="{BACC6370-2D7E-4714-9D71-7542949D7D5D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48.636" v="2071" actId="26606"/>
          <ac:spMkLst>
            <pc:docMk/>
            <pc:sldMk cId="2661460224" sldId="289"/>
            <ac:spMk id="10" creationId="{245A9F99-D9B1-4094-A2E2-B90AC1DB7B9C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33.177" v="2067" actId="26606"/>
          <ac:spMkLst>
            <pc:docMk/>
            <pc:sldMk cId="2661460224" sldId="289"/>
            <ac:spMk id="11" creationId="{F68B3F68-107C-434F-AA38-110D5EA91B85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48.636" v="2071" actId="26606"/>
          <ac:spMkLst>
            <pc:docMk/>
            <pc:sldMk cId="2661460224" sldId="289"/>
            <ac:spMk id="12" creationId="{B7FAF607-473A-4A43-A23D-BBFF5C4117BB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33.177" v="2067" actId="26606"/>
          <ac:spMkLst>
            <pc:docMk/>
            <pc:sldMk cId="2661460224" sldId="289"/>
            <ac:spMk id="13" creationId="{AAD0DBB9-1A4B-4391-81D4-CB19F9AB918A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33.177" v="2067" actId="26606"/>
          <ac:spMkLst>
            <pc:docMk/>
            <pc:sldMk cId="2661460224" sldId="289"/>
            <ac:spMk id="15" creationId="{063BBA22-50EA-4C4D-BE05-F1CE4E63AA56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41.255" v="2069" actId="26606"/>
          <ac:spMkLst>
            <pc:docMk/>
            <pc:sldMk cId="2661460224" sldId="289"/>
            <ac:spMk id="17" creationId="{35DB3719-6FDC-4E5D-891D-FF40B7300F64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41.255" v="2069" actId="26606"/>
          <ac:spMkLst>
            <pc:docMk/>
            <pc:sldMk cId="2661460224" sldId="289"/>
            <ac:spMk id="18" creationId="{E0CBAC23-2E3F-4A90-BA59-F8299F6A5439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6:58:48.636" v="2071" actId="26606"/>
          <ac:spMkLst>
            <pc:docMk/>
            <pc:sldMk cId="2661460224" sldId="289"/>
            <ac:spMk id="21" creationId="{C48655E1-5442-8B89-CF86-170017C92DF3}"/>
          </ac:spMkLst>
        </pc:spChg>
        <pc:spChg chg="add">
          <ac:chgData name="Bissett, Christian J CTR USSOCOM NSW (USA)" userId="96f2892e-9d72-41d1-a008-f90f8332e7dd" providerId="ADAL" clId="{811942F5-6A10-422C-BD41-698A13AE2058}" dt="2026-03-13T16:58:48.652" v="2072" actId="26606"/>
          <ac:spMkLst>
            <pc:docMk/>
            <pc:sldMk cId="2661460224" sldId="289"/>
            <ac:spMk id="25" creationId="{BACC6370-2D7E-4714-9D71-7542949D7D5D}"/>
          </ac:spMkLst>
        </pc:spChg>
        <pc:spChg chg="add">
          <ac:chgData name="Bissett, Christian J CTR USSOCOM NSW (USA)" userId="96f2892e-9d72-41d1-a008-f90f8332e7dd" providerId="ADAL" clId="{811942F5-6A10-422C-BD41-698A13AE2058}" dt="2026-03-13T16:58:48.652" v="2072" actId="26606"/>
          <ac:spMkLst>
            <pc:docMk/>
            <pc:sldMk cId="2661460224" sldId="289"/>
            <ac:spMk id="26" creationId="{F68B3F68-107C-434F-AA38-110D5EA91B85}"/>
          </ac:spMkLst>
        </pc:spChg>
        <pc:spChg chg="add">
          <ac:chgData name="Bissett, Christian J CTR USSOCOM NSW (USA)" userId="96f2892e-9d72-41d1-a008-f90f8332e7dd" providerId="ADAL" clId="{811942F5-6A10-422C-BD41-698A13AE2058}" dt="2026-03-13T16:58:48.652" v="2072" actId="26606"/>
          <ac:spMkLst>
            <pc:docMk/>
            <pc:sldMk cId="2661460224" sldId="289"/>
            <ac:spMk id="27" creationId="{AAD0DBB9-1A4B-4391-81D4-CB19F9AB918A}"/>
          </ac:spMkLst>
        </pc:spChg>
        <pc:spChg chg="add">
          <ac:chgData name="Bissett, Christian J CTR USSOCOM NSW (USA)" userId="96f2892e-9d72-41d1-a008-f90f8332e7dd" providerId="ADAL" clId="{811942F5-6A10-422C-BD41-698A13AE2058}" dt="2026-03-13T16:58:48.652" v="2072" actId="26606"/>
          <ac:spMkLst>
            <pc:docMk/>
            <pc:sldMk cId="2661460224" sldId="289"/>
            <ac:spMk id="28" creationId="{063BBA22-50EA-4C4D-BE05-F1CE4E63AA56}"/>
          </ac:spMkLst>
        </pc:spChg>
        <pc:grpChg chg="add del">
          <ac:chgData name="Bissett, Christian J CTR USSOCOM NSW (USA)" userId="96f2892e-9d72-41d1-a008-f90f8332e7dd" providerId="ADAL" clId="{811942F5-6A10-422C-BD41-698A13AE2058}" dt="2026-03-13T16:58:48.636" v="2071" actId="26606"/>
          <ac:grpSpMkLst>
            <pc:docMk/>
            <pc:sldMk cId="2661460224" sldId="289"/>
            <ac:grpSpMk id="14" creationId="{C5F6476F-D303-44D3-B30F-1BA348F0F64A}"/>
          </ac:grpSpMkLst>
        </pc:grpChg>
        <pc:graphicFrameChg chg="add del">
          <ac:chgData name="Bissett, Christian J CTR USSOCOM NSW (USA)" userId="96f2892e-9d72-41d1-a008-f90f8332e7dd" providerId="ADAL" clId="{811942F5-6A10-422C-BD41-698A13AE2058}" dt="2026-03-13T16:58:33.177" v="2067" actId="26606"/>
          <ac:graphicFrameMkLst>
            <pc:docMk/>
            <pc:sldMk cId="2661460224" sldId="289"/>
            <ac:graphicFrameMk id="5" creationId="{15B59191-F2ED-F49A-8790-547204BBDB3C}"/>
          </ac:graphicFrameMkLst>
        </pc:graphicFrameChg>
        <pc:graphicFrameChg chg="add del">
          <ac:chgData name="Bissett, Christian J CTR USSOCOM NSW (USA)" userId="96f2892e-9d72-41d1-a008-f90f8332e7dd" providerId="ADAL" clId="{811942F5-6A10-422C-BD41-698A13AE2058}" dt="2026-03-13T16:58:41.255" v="2069" actId="26606"/>
          <ac:graphicFrameMkLst>
            <pc:docMk/>
            <pc:sldMk cId="2661460224" sldId="289"/>
            <ac:graphicFrameMk id="19" creationId="{7B4E2060-3E4F-AA87-DACD-0A292AB56FA3}"/>
          </ac:graphicFrameMkLst>
        </pc:graphicFrameChg>
        <pc:graphicFrameChg chg="add mod modGraphic">
          <ac:chgData name="Bissett, Christian J CTR USSOCOM NSW (USA)" userId="96f2892e-9d72-41d1-a008-f90f8332e7dd" providerId="ADAL" clId="{811942F5-6A10-422C-BD41-698A13AE2058}" dt="2026-03-13T17:49:06.168" v="4760" actId="20577"/>
          <ac:graphicFrameMkLst>
            <pc:docMk/>
            <pc:sldMk cId="2661460224" sldId="289"/>
            <ac:graphicFrameMk id="29" creationId="{15B59191-F2ED-F49A-8790-547204BBDB3C}"/>
          </ac:graphicFrameMkLst>
        </pc:graphicFrameChg>
        <pc:picChg chg="add del">
          <ac:chgData name="Bissett, Christian J CTR USSOCOM NSW (USA)" userId="96f2892e-9d72-41d1-a008-f90f8332e7dd" providerId="ADAL" clId="{811942F5-6A10-422C-BD41-698A13AE2058}" dt="2026-03-13T16:58:48.636" v="2071" actId="26606"/>
          <ac:picMkLst>
            <pc:docMk/>
            <pc:sldMk cId="2661460224" sldId="289"/>
            <ac:picMk id="7" creationId="{ACD2D8A9-E2D4-6609-B207-38D56DAFFAB9}"/>
          </ac:picMkLst>
        </pc:picChg>
      </pc:sldChg>
      <pc:sldChg chg="addSp delSp modSp new mod setBg">
        <pc:chgData name="Bissett, Christian J CTR USSOCOM NSW (USA)" userId="96f2892e-9d72-41d1-a008-f90f8332e7dd" providerId="ADAL" clId="{811942F5-6A10-422C-BD41-698A13AE2058}" dt="2026-03-13T17:40:55.965" v="4632" actId="26606"/>
        <pc:sldMkLst>
          <pc:docMk/>
          <pc:sldMk cId="1075751856" sldId="290"/>
        </pc:sldMkLst>
        <pc:spChg chg="mod">
          <ac:chgData name="Bissett, Christian J CTR USSOCOM NSW (USA)" userId="96f2892e-9d72-41d1-a008-f90f8332e7dd" providerId="ADAL" clId="{811942F5-6A10-422C-BD41-698A13AE2058}" dt="2026-03-13T17:40:55.965" v="4632" actId="26606"/>
          <ac:spMkLst>
            <pc:docMk/>
            <pc:sldMk cId="1075751856" sldId="290"/>
            <ac:spMk id="2" creationId="{F7E089B0-05B5-695E-33E2-0DF6F949E071}"/>
          </ac:spMkLst>
        </pc:spChg>
        <pc:spChg chg="mod ord">
          <ac:chgData name="Bissett, Christian J CTR USSOCOM NSW (USA)" userId="96f2892e-9d72-41d1-a008-f90f8332e7dd" providerId="ADAL" clId="{811942F5-6A10-422C-BD41-698A13AE2058}" dt="2026-03-13T17:40:55.965" v="4632" actId="26606"/>
          <ac:spMkLst>
            <pc:docMk/>
            <pc:sldMk cId="1075751856" sldId="290"/>
            <ac:spMk id="3" creationId="{8870D83F-DA3C-3904-AA43-8C92DAAB3D31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7:40:45.830" v="4629" actId="26606"/>
          <ac:spMkLst>
            <pc:docMk/>
            <pc:sldMk cId="1075751856" sldId="290"/>
            <ac:spMk id="12" creationId="{5A0118C5-4F8D-4CF4-BADD-53FEACC6C42A}"/>
          </ac:spMkLst>
        </pc:spChg>
        <pc:spChg chg="add">
          <ac:chgData name="Bissett, Christian J CTR USSOCOM NSW (USA)" userId="96f2892e-9d72-41d1-a008-f90f8332e7dd" providerId="ADAL" clId="{811942F5-6A10-422C-BD41-698A13AE2058}" dt="2026-03-13T17:40:55.965" v="4632" actId="26606"/>
          <ac:spMkLst>
            <pc:docMk/>
            <pc:sldMk cId="1075751856" sldId="290"/>
            <ac:spMk id="20" creationId="{1382A32C-5B0C-4B1C-A074-76C6DBCC9F87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7:40:45.830" v="4629" actId="26606"/>
          <ac:spMkLst>
            <pc:docMk/>
            <pc:sldMk cId="1075751856" sldId="290"/>
            <ac:spMk id="22" creationId="{EAED1919-54A1-41C9-B30B-A3FF3F58E38B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7:40:45.830" v="4629" actId="26606"/>
          <ac:spMkLst>
            <pc:docMk/>
            <pc:sldMk cId="1075751856" sldId="290"/>
            <ac:spMk id="28" creationId="{FFFEB18F-F81F-4CED-BE64-EB888A77C3B8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7:40:55.965" v="4631" actId="26606"/>
          <ac:spMkLst>
            <pc:docMk/>
            <pc:sldMk cId="1075751856" sldId="290"/>
            <ac:spMk id="201" creationId="{A7AE9375-4664-4DB2-922D-2782A6E439AC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7:40:55.965" v="4631" actId="26606"/>
          <ac:spMkLst>
            <pc:docMk/>
            <pc:sldMk cId="1075751856" sldId="290"/>
            <ac:spMk id="203" creationId="{C87417AF-190E-4D6E-AFA6-7D3E84B0B430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7:40:55.965" v="4631" actId="26606"/>
          <ac:spMkLst>
            <pc:docMk/>
            <pc:sldMk cId="1075751856" sldId="290"/>
            <ac:spMk id="204" creationId="{80B30ED8-273E-4C07-8568-2FE5CC5C483D}"/>
          </ac:spMkLst>
        </pc:spChg>
        <pc:spChg chg="add">
          <ac:chgData name="Bissett, Christian J CTR USSOCOM NSW (USA)" userId="96f2892e-9d72-41d1-a008-f90f8332e7dd" providerId="ADAL" clId="{811942F5-6A10-422C-BD41-698A13AE2058}" dt="2026-03-13T17:40:55.965" v="4632" actId="26606"/>
          <ac:spMkLst>
            <pc:docMk/>
            <pc:sldMk cId="1075751856" sldId="290"/>
            <ac:spMk id="206" creationId="{149FB5C3-7336-4FE0-A30C-CC0A3646D499}"/>
          </ac:spMkLst>
        </pc:spChg>
        <pc:spChg chg="add">
          <ac:chgData name="Bissett, Christian J CTR USSOCOM NSW (USA)" userId="96f2892e-9d72-41d1-a008-f90f8332e7dd" providerId="ADAL" clId="{811942F5-6A10-422C-BD41-698A13AE2058}" dt="2026-03-13T17:40:55.965" v="4632" actId="26606"/>
          <ac:spMkLst>
            <pc:docMk/>
            <pc:sldMk cId="1075751856" sldId="290"/>
            <ac:spMk id="208" creationId="{0DA909B4-15FF-46A6-8A7F-7AEF977FE9ED}"/>
          </ac:spMkLst>
        </pc:spChg>
        <pc:grpChg chg="add del">
          <ac:chgData name="Bissett, Christian J CTR USSOCOM NSW (USA)" userId="96f2892e-9d72-41d1-a008-f90f8332e7dd" providerId="ADAL" clId="{811942F5-6A10-422C-BD41-698A13AE2058}" dt="2026-03-13T17:40:45.830" v="4629" actId="26606"/>
          <ac:grpSpMkLst>
            <pc:docMk/>
            <pc:sldMk cId="1075751856" sldId="290"/>
            <ac:grpSpMk id="14" creationId="{00C7DD97-49DC-4BFD-951D-CFF51B976DE9}"/>
          </ac:grpSpMkLst>
        </pc:grpChg>
        <pc:grpChg chg="add del">
          <ac:chgData name="Bissett, Christian J CTR USSOCOM NSW (USA)" userId="96f2892e-9d72-41d1-a008-f90f8332e7dd" providerId="ADAL" clId="{811942F5-6A10-422C-BD41-698A13AE2058}" dt="2026-03-13T17:40:45.830" v="4629" actId="26606"/>
          <ac:grpSpMkLst>
            <pc:docMk/>
            <pc:sldMk cId="1075751856" sldId="290"/>
            <ac:grpSpMk id="18" creationId="{176786CF-68E6-476D-909E-8522718B7BE0}"/>
          </ac:grpSpMkLst>
        </pc:grpChg>
        <pc:grpChg chg="add del">
          <ac:chgData name="Bissett, Christian J CTR USSOCOM NSW (USA)" userId="96f2892e-9d72-41d1-a008-f90f8332e7dd" providerId="ADAL" clId="{811942F5-6A10-422C-BD41-698A13AE2058}" dt="2026-03-13T17:40:45.830" v="4629" actId="26606"/>
          <ac:grpSpMkLst>
            <pc:docMk/>
            <pc:sldMk cId="1075751856" sldId="290"/>
            <ac:grpSpMk id="24" creationId="{00E015F5-1A99-4E40-BC3D-7707802996B5}"/>
          </ac:grpSpMkLst>
        </pc:grpChg>
        <pc:grpChg chg="add">
          <ac:chgData name="Bissett, Christian J CTR USSOCOM NSW (USA)" userId="96f2892e-9d72-41d1-a008-f90f8332e7dd" providerId="ADAL" clId="{811942F5-6A10-422C-BD41-698A13AE2058}" dt="2026-03-13T17:40:55.965" v="4632" actId="26606"/>
          <ac:grpSpMkLst>
            <pc:docMk/>
            <pc:sldMk cId="1075751856" sldId="290"/>
            <ac:grpSpMk id="207" creationId="{19A6B5CE-CB1D-48EE-8B43-E952235C8371}"/>
          </ac:grpSpMkLst>
        </pc:grpChg>
        <pc:picChg chg="add mod ord">
          <ac:chgData name="Bissett, Christian J CTR USSOCOM NSW (USA)" userId="96f2892e-9d72-41d1-a008-f90f8332e7dd" providerId="ADAL" clId="{811942F5-6A10-422C-BD41-698A13AE2058}" dt="2026-03-13T17:40:55.965" v="4632" actId="26606"/>
          <ac:picMkLst>
            <pc:docMk/>
            <pc:sldMk cId="1075751856" sldId="290"/>
            <ac:picMk id="5" creationId="{F7AFE11F-921F-CFA0-3B22-BF7EE00D4303}"/>
          </ac:picMkLst>
        </pc:picChg>
        <pc:picChg chg="add mod">
          <ac:chgData name="Bissett, Christian J CTR USSOCOM NSW (USA)" userId="96f2892e-9d72-41d1-a008-f90f8332e7dd" providerId="ADAL" clId="{811942F5-6A10-422C-BD41-698A13AE2058}" dt="2026-03-13T17:40:55.965" v="4632" actId="26606"/>
          <ac:picMkLst>
            <pc:docMk/>
            <pc:sldMk cId="1075751856" sldId="290"/>
            <ac:picMk id="7" creationId="{79843B91-DFF1-AA41-07A4-BD566435686B}"/>
          </ac:picMkLst>
        </pc:picChg>
        <pc:cxnChg chg="add del">
          <ac:chgData name="Bissett, Christian J CTR USSOCOM NSW (USA)" userId="96f2892e-9d72-41d1-a008-f90f8332e7dd" providerId="ADAL" clId="{811942F5-6A10-422C-BD41-698A13AE2058}" dt="2026-03-13T17:40:55.965" v="4631" actId="26606"/>
          <ac:cxnSpMkLst>
            <pc:docMk/>
            <pc:sldMk cId="1075751856" sldId="290"/>
            <ac:cxnSpMk id="202" creationId="{EE504C98-6397-41C1-A8D8-2D9C4ED307E0}"/>
          </ac:cxnSpMkLst>
        </pc:cxnChg>
      </pc:sldChg>
      <pc:sldChg chg="addSp delSp modSp new mod">
        <pc:chgData name="Bissett, Christian J CTR USSOCOM NSW (USA)" userId="96f2892e-9d72-41d1-a008-f90f8332e7dd" providerId="ADAL" clId="{811942F5-6A10-422C-BD41-698A13AE2058}" dt="2026-03-13T17:09:57.791" v="2464" actId="20577"/>
        <pc:sldMkLst>
          <pc:docMk/>
          <pc:sldMk cId="76957463" sldId="291"/>
        </pc:sldMkLst>
        <pc:spChg chg="mod">
          <ac:chgData name="Bissett, Christian J CTR USSOCOM NSW (USA)" userId="96f2892e-9d72-41d1-a008-f90f8332e7dd" providerId="ADAL" clId="{811942F5-6A10-422C-BD41-698A13AE2058}" dt="2026-03-13T17:09:57.791" v="2464" actId="20577"/>
          <ac:spMkLst>
            <pc:docMk/>
            <pc:sldMk cId="76957463" sldId="291"/>
            <ac:spMk id="2" creationId="{7789F821-C43B-3228-EBA0-47E96BCB563B}"/>
          </ac:spMkLst>
        </pc:spChg>
        <pc:spChg chg="del">
          <ac:chgData name="Bissett, Christian J CTR USSOCOM NSW (USA)" userId="96f2892e-9d72-41d1-a008-f90f8332e7dd" providerId="ADAL" clId="{811942F5-6A10-422C-BD41-698A13AE2058}" dt="2026-03-13T17:08:13.340" v="2441" actId="478"/>
          <ac:spMkLst>
            <pc:docMk/>
            <pc:sldMk cId="76957463" sldId="291"/>
            <ac:spMk id="3" creationId="{B74D8EFF-F4EE-0711-814D-CC6CC26B5568}"/>
          </ac:spMkLst>
        </pc:spChg>
        <pc:picChg chg="add mod">
          <ac:chgData name="Bissett, Christian J CTR USSOCOM NSW (USA)" userId="96f2892e-9d72-41d1-a008-f90f8332e7dd" providerId="ADAL" clId="{811942F5-6A10-422C-BD41-698A13AE2058}" dt="2026-03-13T17:09:47.910" v="2451" actId="14100"/>
          <ac:picMkLst>
            <pc:docMk/>
            <pc:sldMk cId="76957463" sldId="291"/>
            <ac:picMk id="5" creationId="{D2476399-B057-AA9F-D0EA-56D1273434D2}"/>
          </ac:picMkLst>
        </pc:picChg>
        <pc:picChg chg="add mod">
          <ac:chgData name="Bissett, Christian J CTR USSOCOM NSW (USA)" userId="96f2892e-9d72-41d1-a008-f90f8332e7dd" providerId="ADAL" clId="{811942F5-6A10-422C-BD41-698A13AE2058}" dt="2026-03-13T17:09:50.524" v="2452" actId="1076"/>
          <ac:picMkLst>
            <pc:docMk/>
            <pc:sldMk cId="76957463" sldId="291"/>
            <ac:picMk id="7" creationId="{9AEA164E-5F1B-2479-04AE-F61A299B1327}"/>
          </ac:picMkLst>
        </pc:picChg>
      </pc:sldChg>
      <pc:sldChg chg="addSp delSp modSp new mod setBg">
        <pc:chgData name="Bissett, Christian J CTR USSOCOM NSW (USA)" userId="96f2892e-9d72-41d1-a008-f90f8332e7dd" providerId="ADAL" clId="{811942F5-6A10-422C-BD41-698A13AE2058}" dt="2026-03-13T17:19:32.251" v="3029"/>
        <pc:sldMkLst>
          <pc:docMk/>
          <pc:sldMk cId="1759561254" sldId="292"/>
        </pc:sldMkLst>
        <pc:spChg chg="mod">
          <ac:chgData name="Bissett, Christian J CTR USSOCOM NSW (USA)" userId="96f2892e-9d72-41d1-a008-f90f8332e7dd" providerId="ADAL" clId="{811942F5-6A10-422C-BD41-698A13AE2058}" dt="2026-03-13T17:18:57.273" v="3028" actId="26606"/>
          <ac:spMkLst>
            <pc:docMk/>
            <pc:sldMk cId="1759561254" sldId="292"/>
            <ac:spMk id="2" creationId="{10C07F07-9ED1-35FB-993B-698D8F935F45}"/>
          </ac:spMkLst>
        </pc:spChg>
        <pc:spChg chg="del mod">
          <ac:chgData name="Bissett, Christian J CTR USSOCOM NSW (USA)" userId="96f2892e-9d72-41d1-a008-f90f8332e7dd" providerId="ADAL" clId="{811942F5-6A10-422C-BD41-698A13AE2058}" dt="2026-03-13T17:18:57.273" v="3028" actId="26606"/>
          <ac:spMkLst>
            <pc:docMk/>
            <pc:sldMk cId="1759561254" sldId="292"/>
            <ac:spMk id="3" creationId="{8C8E8479-ADA8-35C4-A0AE-80588617B3CE}"/>
          </ac:spMkLst>
        </pc:spChg>
        <pc:spChg chg="add">
          <ac:chgData name="Bissett, Christian J CTR USSOCOM NSW (USA)" userId="96f2892e-9d72-41d1-a008-f90f8332e7dd" providerId="ADAL" clId="{811942F5-6A10-422C-BD41-698A13AE2058}" dt="2026-03-13T17:18:57.273" v="3028" actId="26606"/>
          <ac:spMkLst>
            <pc:docMk/>
            <pc:sldMk cId="1759561254" sldId="292"/>
            <ac:spMk id="9" creationId="{BACC6370-2D7E-4714-9D71-7542949D7D5D}"/>
          </ac:spMkLst>
        </pc:spChg>
        <pc:spChg chg="add">
          <ac:chgData name="Bissett, Christian J CTR USSOCOM NSW (USA)" userId="96f2892e-9d72-41d1-a008-f90f8332e7dd" providerId="ADAL" clId="{811942F5-6A10-422C-BD41-698A13AE2058}" dt="2026-03-13T17:18:57.273" v="3028" actId="26606"/>
          <ac:spMkLst>
            <pc:docMk/>
            <pc:sldMk cId="1759561254" sldId="292"/>
            <ac:spMk id="11" creationId="{F68B3F68-107C-434F-AA38-110D5EA91B85}"/>
          </ac:spMkLst>
        </pc:spChg>
        <pc:spChg chg="add">
          <ac:chgData name="Bissett, Christian J CTR USSOCOM NSW (USA)" userId="96f2892e-9d72-41d1-a008-f90f8332e7dd" providerId="ADAL" clId="{811942F5-6A10-422C-BD41-698A13AE2058}" dt="2026-03-13T17:18:57.273" v="3028" actId="26606"/>
          <ac:spMkLst>
            <pc:docMk/>
            <pc:sldMk cId="1759561254" sldId="292"/>
            <ac:spMk id="13" creationId="{AAD0DBB9-1A4B-4391-81D4-CB19F9AB918A}"/>
          </ac:spMkLst>
        </pc:spChg>
        <pc:spChg chg="add">
          <ac:chgData name="Bissett, Christian J CTR USSOCOM NSW (USA)" userId="96f2892e-9d72-41d1-a008-f90f8332e7dd" providerId="ADAL" clId="{811942F5-6A10-422C-BD41-698A13AE2058}" dt="2026-03-13T17:18:57.273" v="3028" actId="26606"/>
          <ac:spMkLst>
            <pc:docMk/>
            <pc:sldMk cId="1759561254" sldId="292"/>
            <ac:spMk id="15" creationId="{063BBA22-50EA-4C4D-BE05-F1CE4E63AA56}"/>
          </ac:spMkLst>
        </pc:spChg>
        <pc:graphicFrameChg chg="add mod">
          <ac:chgData name="Bissett, Christian J CTR USSOCOM NSW (USA)" userId="96f2892e-9d72-41d1-a008-f90f8332e7dd" providerId="ADAL" clId="{811942F5-6A10-422C-BD41-698A13AE2058}" dt="2026-03-13T17:19:32.251" v="3029"/>
          <ac:graphicFrameMkLst>
            <pc:docMk/>
            <pc:sldMk cId="1759561254" sldId="292"/>
            <ac:graphicFrameMk id="5" creationId="{534EAF40-57C8-6681-B9AC-3B06B36B0A9C}"/>
          </ac:graphicFrameMkLst>
        </pc:graphicFrameChg>
      </pc:sldChg>
      <pc:sldChg chg="addSp modSp new mod setBg">
        <pc:chgData name="Bissett, Christian J CTR USSOCOM NSW (USA)" userId="96f2892e-9d72-41d1-a008-f90f8332e7dd" providerId="ADAL" clId="{811942F5-6A10-422C-BD41-698A13AE2058}" dt="2026-03-13T17:21:49.500" v="3240" actId="20577"/>
        <pc:sldMkLst>
          <pc:docMk/>
          <pc:sldMk cId="1461573073" sldId="293"/>
        </pc:sldMkLst>
        <pc:spChg chg="mod">
          <ac:chgData name="Bissett, Christian J CTR USSOCOM NSW (USA)" userId="96f2892e-9d72-41d1-a008-f90f8332e7dd" providerId="ADAL" clId="{811942F5-6A10-422C-BD41-698A13AE2058}" dt="2026-03-13T17:21:49.500" v="3240" actId="20577"/>
          <ac:spMkLst>
            <pc:docMk/>
            <pc:sldMk cId="1461573073" sldId="293"/>
            <ac:spMk id="2" creationId="{D8A66E1F-4D6D-CE05-E826-4E22E919D515}"/>
          </ac:spMkLst>
        </pc:spChg>
        <pc:spChg chg="mod ord">
          <ac:chgData name="Bissett, Christian J CTR USSOCOM NSW (USA)" userId="96f2892e-9d72-41d1-a008-f90f8332e7dd" providerId="ADAL" clId="{811942F5-6A10-422C-BD41-698A13AE2058}" dt="2026-03-13T17:21:44.880" v="3238" actId="26606"/>
          <ac:spMkLst>
            <pc:docMk/>
            <pc:sldMk cId="1461573073" sldId="293"/>
            <ac:spMk id="3" creationId="{764995B6-E6B2-A880-7F4A-A1734BC397AC}"/>
          </ac:spMkLst>
        </pc:spChg>
        <pc:spChg chg="add">
          <ac:chgData name="Bissett, Christian J CTR USSOCOM NSW (USA)" userId="96f2892e-9d72-41d1-a008-f90f8332e7dd" providerId="ADAL" clId="{811942F5-6A10-422C-BD41-698A13AE2058}" dt="2026-03-13T17:21:44.880" v="3238" actId="26606"/>
          <ac:spMkLst>
            <pc:docMk/>
            <pc:sldMk cId="1461573073" sldId="293"/>
            <ac:spMk id="10" creationId="{2EB492CD-616E-47F8-933B-5E2D952A0593}"/>
          </ac:spMkLst>
        </pc:spChg>
        <pc:spChg chg="add">
          <ac:chgData name="Bissett, Christian J CTR USSOCOM NSW (USA)" userId="96f2892e-9d72-41d1-a008-f90f8332e7dd" providerId="ADAL" clId="{811942F5-6A10-422C-BD41-698A13AE2058}" dt="2026-03-13T17:21:44.880" v="3238" actId="26606"/>
          <ac:spMkLst>
            <pc:docMk/>
            <pc:sldMk cId="1461573073" sldId="293"/>
            <ac:spMk id="12" creationId="{59383CF9-23B5-4335-9B21-1791C4CF1C75}"/>
          </ac:spMkLst>
        </pc:spChg>
        <pc:spChg chg="add">
          <ac:chgData name="Bissett, Christian J CTR USSOCOM NSW (USA)" userId="96f2892e-9d72-41d1-a008-f90f8332e7dd" providerId="ADAL" clId="{811942F5-6A10-422C-BD41-698A13AE2058}" dt="2026-03-13T17:21:44.880" v="3238" actId="26606"/>
          <ac:spMkLst>
            <pc:docMk/>
            <pc:sldMk cId="1461573073" sldId="293"/>
            <ac:spMk id="14" creationId="{0007FE00-9498-4706-B255-6437B0252C02}"/>
          </ac:spMkLst>
        </pc:spChg>
        <pc:picChg chg="add mod">
          <ac:chgData name="Bissett, Christian J CTR USSOCOM NSW (USA)" userId="96f2892e-9d72-41d1-a008-f90f8332e7dd" providerId="ADAL" clId="{811942F5-6A10-422C-BD41-698A13AE2058}" dt="2026-03-13T17:21:44.880" v="3238" actId="26606"/>
          <ac:picMkLst>
            <pc:docMk/>
            <pc:sldMk cId="1461573073" sldId="293"/>
            <ac:picMk id="5" creationId="{A631E2A5-1F5C-8D21-D707-89ABA999CD36}"/>
          </ac:picMkLst>
        </pc:picChg>
      </pc:sldChg>
      <pc:sldChg chg="addSp delSp modSp new mod setBg">
        <pc:chgData name="Bissett, Christian J CTR USSOCOM NSW (USA)" userId="96f2892e-9d72-41d1-a008-f90f8332e7dd" providerId="ADAL" clId="{811942F5-6A10-422C-BD41-698A13AE2058}" dt="2026-03-13T17:25:01.142" v="3607"/>
        <pc:sldMkLst>
          <pc:docMk/>
          <pc:sldMk cId="1300304876" sldId="294"/>
        </pc:sldMkLst>
        <pc:spChg chg="mod">
          <ac:chgData name="Bissett, Christian J CTR USSOCOM NSW (USA)" userId="96f2892e-9d72-41d1-a008-f90f8332e7dd" providerId="ADAL" clId="{811942F5-6A10-422C-BD41-698A13AE2058}" dt="2026-03-13T17:24:51.919" v="3606" actId="26606"/>
          <ac:spMkLst>
            <pc:docMk/>
            <pc:sldMk cId="1300304876" sldId="294"/>
            <ac:spMk id="2" creationId="{EA035E0D-2722-145C-A2CE-946B1C9F259B}"/>
          </ac:spMkLst>
        </pc:spChg>
        <pc:spChg chg="del mod">
          <ac:chgData name="Bissett, Christian J CTR USSOCOM NSW (USA)" userId="96f2892e-9d72-41d1-a008-f90f8332e7dd" providerId="ADAL" clId="{811942F5-6A10-422C-BD41-698A13AE2058}" dt="2026-03-13T17:24:51.919" v="3606" actId="26606"/>
          <ac:spMkLst>
            <pc:docMk/>
            <pc:sldMk cId="1300304876" sldId="294"/>
            <ac:spMk id="3" creationId="{9C6A92FE-3249-5244-5514-8A4E586A22DF}"/>
          </ac:spMkLst>
        </pc:spChg>
        <pc:spChg chg="add">
          <ac:chgData name="Bissett, Christian J CTR USSOCOM NSW (USA)" userId="96f2892e-9d72-41d1-a008-f90f8332e7dd" providerId="ADAL" clId="{811942F5-6A10-422C-BD41-698A13AE2058}" dt="2026-03-13T17:24:51.919" v="3606" actId="26606"/>
          <ac:spMkLst>
            <pc:docMk/>
            <pc:sldMk cId="1300304876" sldId="294"/>
            <ac:spMk id="9" creationId="{7517A47C-B2E5-4B79-8061-D74B1311AF6E}"/>
          </ac:spMkLst>
        </pc:spChg>
        <pc:spChg chg="add">
          <ac:chgData name="Bissett, Christian J CTR USSOCOM NSW (USA)" userId="96f2892e-9d72-41d1-a008-f90f8332e7dd" providerId="ADAL" clId="{811942F5-6A10-422C-BD41-698A13AE2058}" dt="2026-03-13T17:24:51.919" v="3606" actId="26606"/>
          <ac:spMkLst>
            <pc:docMk/>
            <pc:sldMk cId="1300304876" sldId="294"/>
            <ac:spMk id="11" creationId="{C505E780-2083-4CB5-A42A-5E0E2908ECC3}"/>
          </ac:spMkLst>
        </pc:spChg>
        <pc:spChg chg="add">
          <ac:chgData name="Bissett, Christian J CTR USSOCOM NSW (USA)" userId="96f2892e-9d72-41d1-a008-f90f8332e7dd" providerId="ADAL" clId="{811942F5-6A10-422C-BD41-698A13AE2058}" dt="2026-03-13T17:24:51.919" v="3606" actId="26606"/>
          <ac:spMkLst>
            <pc:docMk/>
            <pc:sldMk cId="1300304876" sldId="294"/>
            <ac:spMk id="13" creationId="{D2C0AE1C-0118-41AE-8A10-7CDCBF10E96F}"/>
          </ac:spMkLst>
        </pc:spChg>
        <pc:spChg chg="add">
          <ac:chgData name="Bissett, Christian J CTR USSOCOM NSW (USA)" userId="96f2892e-9d72-41d1-a008-f90f8332e7dd" providerId="ADAL" clId="{811942F5-6A10-422C-BD41-698A13AE2058}" dt="2026-03-13T17:24:51.919" v="3606" actId="26606"/>
          <ac:spMkLst>
            <pc:docMk/>
            <pc:sldMk cId="1300304876" sldId="294"/>
            <ac:spMk id="15" creationId="{463EEC44-1BA3-44ED-81FC-A644B04B2A44}"/>
          </ac:spMkLst>
        </pc:spChg>
        <pc:graphicFrameChg chg="add mod">
          <ac:chgData name="Bissett, Christian J CTR USSOCOM NSW (USA)" userId="96f2892e-9d72-41d1-a008-f90f8332e7dd" providerId="ADAL" clId="{811942F5-6A10-422C-BD41-698A13AE2058}" dt="2026-03-13T17:25:01.142" v="3607"/>
          <ac:graphicFrameMkLst>
            <pc:docMk/>
            <pc:sldMk cId="1300304876" sldId="294"/>
            <ac:graphicFrameMk id="6" creationId="{F1E1F37F-A994-B676-817C-1474674C73F9}"/>
          </ac:graphicFrameMkLst>
        </pc:graphicFrameChg>
        <pc:picChg chg="add del mod">
          <ac:chgData name="Bissett, Christian J CTR USSOCOM NSW (USA)" userId="96f2892e-9d72-41d1-a008-f90f8332e7dd" providerId="ADAL" clId="{811942F5-6A10-422C-BD41-698A13AE2058}" dt="2026-03-13T17:24:41.999" v="3605" actId="478"/>
          <ac:picMkLst>
            <pc:docMk/>
            <pc:sldMk cId="1300304876" sldId="294"/>
            <ac:picMk id="5" creationId="{FE1406A1-EA5D-9A3B-C53C-790880C3420E}"/>
          </ac:picMkLst>
        </pc:picChg>
      </pc:sldChg>
      <pc:sldChg chg="addSp modSp new mod setBg">
        <pc:chgData name="Bissett, Christian J CTR USSOCOM NSW (USA)" userId="96f2892e-9d72-41d1-a008-f90f8332e7dd" providerId="ADAL" clId="{811942F5-6A10-422C-BD41-698A13AE2058}" dt="2026-03-13T17:28:05.163" v="3820" actId="26606"/>
        <pc:sldMkLst>
          <pc:docMk/>
          <pc:sldMk cId="1435326780" sldId="295"/>
        </pc:sldMkLst>
        <pc:spChg chg="mod">
          <ac:chgData name="Bissett, Christian J CTR USSOCOM NSW (USA)" userId="96f2892e-9d72-41d1-a008-f90f8332e7dd" providerId="ADAL" clId="{811942F5-6A10-422C-BD41-698A13AE2058}" dt="2026-03-13T17:28:05.163" v="3820" actId="26606"/>
          <ac:spMkLst>
            <pc:docMk/>
            <pc:sldMk cId="1435326780" sldId="295"/>
            <ac:spMk id="2" creationId="{EE91B5A8-954F-BCB3-7945-36DF333E48F4}"/>
          </ac:spMkLst>
        </pc:spChg>
        <pc:spChg chg="mod">
          <ac:chgData name="Bissett, Christian J CTR USSOCOM NSW (USA)" userId="96f2892e-9d72-41d1-a008-f90f8332e7dd" providerId="ADAL" clId="{811942F5-6A10-422C-BD41-698A13AE2058}" dt="2026-03-13T17:28:05.163" v="3820" actId="26606"/>
          <ac:spMkLst>
            <pc:docMk/>
            <pc:sldMk cId="1435326780" sldId="295"/>
            <ac:spMk id="3" creationId="{DF68C76D-C663-CDB7-BBD5-9F12DC94EC03}"/>
          </ac:spMkLst>
        </pc:spChg>
        <pc:spChg chg="add">
          <ac:chgData name="Bissett, Christian J CTR USSOCOM NSW (USA)" userId="96f2892e-9d72-41d1-a008-f90f8332e7dd" providerId="ADAL" clId="{811942F5-6A10-422C-BD41-698A13AE2058}" dt="2026-03-13T17:28:05.163" v="3820" actId="26606"/>
          <ac:spMkLst>
            <pc:docMk/>
            <pc:sldMk cId="1435326780" sldId="295"/>
            <ac:spMk id="12" creationId="{5EF17487-C386-4F99-B5EB-4FD3DF4236B2}"/>
          </ac:spMkLst>
        </pc:spChg>
        <pc:spChg chg="add">
          <ac:chgData name="Bissett, Christian J CTR USSOCOM NSW (USA)" userId="96f2892e-9d72-41d1-a008-f90f8332e7dd" providerId="ADAL" clId="{811942F5-6A10-422C-BD41-698A13AE2058}" dt="2026-03-13T17:28:05.163" v="3820" actId="26606"/>
          <ac:spMkLst>
            <pc:docMk/>
            <pc:sldMk cId="1435326780" sldId="295"/>
            <ac:spMk id="14" creationId="{A0DE92DF-4769-4DE9-93FD-EE31271850CA}"/>
          </ac:spMkLst>
        </pc:spChg>
        <pc:picChg chg="add mod">
          <ac:chgData name="Bissett, Christian J CTR USSOCOM NSW (USA)" userId="96f2892e-9d72-41d1-a008-f90f8332e7dd" providerId="ADAL" clId="{811942F5-6A10-422C-BD41-698A13AE2058}" dt="2026-03-13T17:28:05.163" v="3820" actId="26606"/>
          <ac:picMkLst>
            <pc:docMk/>
            <pc:sldMk cId="1435326780" sldId="295"/>
            <ac:picMk id="5" creationId="{34BBEBF4-8EFE-9B0D-074F-670A31BC1730}"/>
          </ac:picMkLst>
        </pc:picChg>
        <pc:picChg chg="add mod">
          <ac:chgData name="Bissett, Christian J CTR USSOCOM NSW (USA)" userId="96f2892e-9d72-41d1-a008-f90f8332e7dd" providerId="ADAL" clId="{811942F5-6A10-422C-BD41-698A13AE2058}" dt="2026-03-13T17:28:05.163" v="3820" actId="26606"/>
          <ac:picMkLst>
            <pc:docMk/>
            <pc:sldMk cId="1435326780" sldId="295"/>
            <ac:picMk id="7" creationId="{CA2F7CC8-59D2-9551-35F2-05F6223F9F47}"/>
          </ac:picMkLst>
        </pc:picChg>
      </pc:sldChg>
      <pc:sldChg chg="addSp modSp new mod setBg">
        <pc:chgData name="Bissett, Christian J CTR USSOCOM NSW (USA)" userId="96f2892e-9d72-41d1-a008-f90f8332e7dd" providerId="ADAL" clId="{811942F5-6A10-422C-BD41-698A13AE2058}" dt="2026-03-13T17:32:03.256" v="4172" actId="20577"/>
        <pc:sldMkLst>
          <pc:docMk/>
          <pc:sldMk cId="3750499382" sldId="296"/>
        </pc:sldMkLst>
        <pc:spChg chg="mod">
          <ac:chgData name="Bissett, Christian J CTR USSOCOM NSW (USA)" userId="96f2892e-9d72-41d1-a008-f90f8332e7dd" providerId="ADAL" clId="{811942F5-6A10-422C-BD41-698A13AE2058}" dt="2026-03-13T17:31:31.307" v="4108" actId="26606"/>
          <ac:spMkLst>
            <pc:docMk/>
            <pc:sldMk cId="3750499382" sldId="296"/>
            <ac:spMk id="2" creationId="{EB0E55C4-CE4F-DF2E-D7B3-02E4C76D6AF0}"/>
          </ac:spMkLst>
        </pc:spChg>
        <pc:spChg chg="mod">
          <ac:chgData name="Bissett, Christian J CTR USSOCOM NSW (USA)" userId="96f2892e-9d72-41d1-a008-f90f8332e7dd" providerId="ADAL" clId="{811942F5-6A10-422C-BD41-698A13AE2058}" dt="2026-03-13T17:32:03.256" v="4172" actId="20577"/>
          <ac:spMkLst>
            <pc:docMk/>
            <pc:sldMk cId="3750499382" sldId="296"/>
            <ac:spMk id="3" creationId="{954D8D22-CC07-4E0A-6931-CBEE40CA29F9}"/>
          </ac:spMkLst>
        </pc:spChg>
        <pc:spChg chg="add">
          <ac:chgData name="Bissett, Christian J CTR USSOCOM NSW (USA)" userId="96f2892e-9d72-41d1-a008-f90f8332e7dd" providerId="ADAL" clId="{811942F5-6A10-422C-BD41-698A13AE2058}" dt="2026-03-13T17:31:31.307" v="4108" actId="26606"/>
          <ac:spMkLst>
            <pc:docMk/>
            <pc:sldMk cId="3750499382" sldId="296"/>
            <ac:spMk id="10" creationId="{743AA782-23D1-4521-8CAD-47662984AA08}"/>
          </ac:spMkLst>
        </pc:spChg>
        <pc:spChg chg="add">
          <ac:chgData name="Bissett, Christian J CTR USSOCOM NSW (USA)" userId="96f2892e-9d72-41d1-a008-f90f8332e7dd" providerId="ADAL" clId="{811942F5-6A10-422C-BD41-698A13AE2058}" dt="2026-03-13T17:31:31.307" v="4108" actId="26606"/>
          <ac:spMkLst>
            <pc:docMk/>
            <pc:sldMk cId="3750499382" sldId="296"/>
            <ac:spMk id="12" creationId="{71877DBC-BB60-40F0-AC93-2ACDBAAE60CE}"/>
          </ac:spMkLst>
        </pc:spChg>
        <pc:picChg chg="add mod">
          <ac:chgData name="Bissett, Christian J CTR USSOCOM NSW (USA)" userId="96f2892e-9d72-41d1-a008-f90f8332e7dd" providerId="ADAL" clId="{811942F5-6A10-422C-BD41-698A13AE2058}" dt="2026-03-13T17:31:31.307" v="4108" actId="26606"/>
          <ac:picMkLst>
            <pc:docMk/>
            <pc:sldMk cId="3750499382" sldId="296"/>
            <ac:picMk id="5" creationId="{9BC78829-1133-6B0C-C09E-231C53EBE71F}"/>
          </ac:picMkLst>
        </pc:picChg>
      </pc:sldChg>
      <pc:sldChg chg="addSp delSp modSp new mod setBg">
        <pc:chgData name="Bissett, Christian J CTR USSOCOM NSW (USA)" userId="96f2892e-9d72-41d1-a008-f90f8332e7dd" providerId="ADAL" clId="{811942F5-6A10-422C-BD41-698A13AE2058}" dt="2026-03-13T17:36:04.851" v="4599" actId="255"/>
        <pc:sldMkLst>
          <pc:docMk/>
          <pc:sldMk cId="3382243807" sldId="297"/>
        </pc:sldMkLst>
        <pc:spChg chg="mod">
          <ac:chgData name="Bissett, Christian J CTR USSOCOM NSW (USA)" userId="96f2892e-9d72-41d1-a008-f90f8332e7dd" providerId="ADAL" clId="{811942F5-6A10-422C-BD41-698A13AE2058}" dt="2026-03-13T17:34:33.622" v="4420" actId="26606"/>
          <ac:spMkLst>
            <pc:docMk/>
            <pc:sldMk cId="3382243807" sldId="297"/>
            <ac:spMk id="2" creationId="{796593F3-2982-6933-A48E-CD4D4CE59CBF}"/>
          </ac:spMkLst>
        </pc:spChg>
        <pc:spChg chg="add del mod">
          <ac:chgData name="Bissett, Christian J CTR USSOCOM NSW (USA)" userId="96f2892e-9d72-41d1-a008-f90f8332e7dd" providerId="ADAL" clId="{811942F5-6A10-422C-BD41-698A13AE2058}" dt="2026-03-13T17:34:33.622" v="4420" actId="26606"/>
          <ac:spMkLst>
            <pc:docMk/>
            <pc:sldMk cId="3382243807" sldId="297"/>
            <ac:spMk id="3" creationId="{9BAE5334-B7B8-DFB6-4FCA-17A7254CA343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7:34:33.606" v="4419" actId="26606"/>
          <ac:spMkLst>
            <pc:docMk/>
            <pc:sldMk cId="3382243807" sldId="297"/>
            <ac:spMk id="9" creationId="{35DB3719-6FDC-4E5D-891D-FF40B7300F64}"/>
          </ac:spMkLst>
        </pc:spChg>
        <pc:spChg chg="add del">
          <ac:chgData name="Bissett, Christian J CTR USSOCOM NSW (USA)" userId="96f2892e-9d72-41d1-a008-f90f8332e7dd" providerId="ADAL" clId="{811942F5-6A10-422C-BD41-698A13AE2058}" dt="2026-03-13T17:34:33.606" v="4419" actId="26606"/>
          <ac:spMkLst>
            <pc:docMk/>
            <pc:sldMk cId="3382243807" sldId="297"/>
            <ac:spMk id="11" creationId="{E0CBAC23-2E3F-4A90-BA59-F8299F6A5439}"/>
          </ac:spMkLst>
        </pc:spChg>
        <pc:spChg chg="add">
          <ac:chgData name="Bissett, Christian J CTR USSOCOM NSW (USA)" userId="96f2892e-9d72-41d1-a008-f90f8332e7dd" providerId="ADAL" clId="{811942F5-6A10-422C-BD41-698A13AE2058}" dt="2026-03-13T17:34:33.622" v="4420" actId="26606"/>
          <ac:spMkLst>
            <pc:docMk/>
            <pc:sldMk cId="3382243807" sldId="297"/>
            <ac:spMk id="13" creationId="{AAD0DBB9-1A4B-4391-81D4-CB19F9AB918A}"/>
          </ac:spMkLst>
        </pc:spChg>
        <pc:spChg chg="add">
          <ac:chgData name="Bissett, Christian J CTR USSOCOM NSW (USA)" userId="96f2892e-9d72-41d1-a008-f90f8332e7dd" providerId="ADAL" clId="{811942F5-6A10-422C-BD41-698A13AE2058}" dt="2026-03-13T17:34:33.622" v="4420" actId="26606"/>
          <ac:spMkLst>
            <pc:docMk/>
            <pc:sldMk cId="3382243807" sldId="297"/>
            <ac:spMk id="14" creationId="{BACC6370-2D7E-4714-9D71-7542949D7D5D}"/>
          </ac:spMkLst>
        </pc:spChg>
        <pc:spChg chg="add">
          <ac:chgData name="Bissett, Christian J CTR USSOCOM NSW (USA)" userId="96f2892e-9d72-41d1-a008-f90f8332e7dd" providerId="ADAL" clId="{811942F5-6A10-422C-BD41-698A13AE2058}" dt="2026-03-13T17:34:33.622" v="4420" actId="26606"/>
          <ac:spMkLst>
            <pc:docMk/>
            <pc:sldMk cId="3382243807" sldId="297"/>
            <ac:spMk id="15" creationId="{063BBA22-50EA-4C4D-BE05-F1CE4E63AA56}"/>
          </ac:spMkLst>
        </pc:spChg>
        <pc:spChg chg="add">
          <ac:chgData name="Bissett, Christian J CTR USSOCOM NSW (USA)" userId="96f2892e-9d72-41d1-a008-f90f8332e7dd" providerId="ADAL" clId="{811942F5-6A10-422C-BD41-698A13AE2058}" dt="2026-03-13T17:34:33.622" v="4420" actId="26606"/>
          <ac:spMkLst>
            <pc:docMk/>
            <pc:sldMk cId="3382243807" sldId="297"/>
            <ac:spMk id="16" creationId="{F68B3F68-107C-434F-AA38-110D5EA91B85}"/>
          </ac:spMkLst>
        </pc:spChg>
        <pc:graphicFrameChg chg="add del">
          <ac:chgData name="Bissett, Christian J CTR USSOCOM NSW (USA)" userId="96f2892e-9d72-41d1-a008-f90f8332e7dd" providerId="ADAL" clId="{811942F5-6A10-422C-BD41-698A13AE2058}" dt="2026-03-13T17:34:33.606" v="4419" actId="26606"/>
          <ac:graphicFrameMkLst>
            <pc:docMk/>
            <pc:sldMk cId="3382243807" sldId="297"/>
            <ac:graphicFrameMk id="6" creationId="{0004C647-E2EA-FB81-E1BD-85888B531F49}"/>
          </ac:graphicFrameMkLst>
        </pc:graphicFrameChg>
        <pc:graphicFrameChg chg="add mod modGraphic">
          <ac:chgData name="Bissett, Christian J CTR USSOCOM NSW (USA)" userId="96f2892e-9d72-41d1-a008-f90f8332e7dd" providerId="ADAL" clId="{811942F5-6A10-422C-BD41-698A13AE2058}" dt="2026-03-13T17:36:04.851" v="4599" actId="255"/>
          <ac:graphicFrameMkLst>
            <pc:docMk/>
            <pc:sldMk cId="3382243807" sldId="297"/>
            <ac:graphicFrameMk id="17" creationId="{5C3D53C3-1CAA-3396-3884-124F3FE6E7FA}"/>
          </ac:graphicFrameMkLst>
        </pc:graphicFrameChg>
        <pc:picChg chg="add del mod">
          <ac:chgData name="Bissett, Christian J CTR USSOCOM NSW (USA)" userId="96f2892e-9d72-41d1-a008-f90f8332e7dd" providerId="ADAL" clId="{811942F5-6A10-422C-BD41-698A13AE2058}" dt="2026-03-13T17:34:17.917" v="4417" actId="478"/>
          <ac:picMkLst>
            <pc:docMk/>
            <pc:sldMk cId="3382243807" sldId="297"/>
            <ac:picMk id="5" creationId="{80965B74-3E9B-74E9-EA12-8E1BB60504D1}"/>
          </ac:picMkLst>
        </pc:picChg>
      </pc:sldChg>
      <pc:sldChg chg="addSp delSp modSp new mod">
        <pc:chgData name="Bissett, Christian J CTR USSOCOM NSW (USA)" userId="96f2892e-9d72-41d1-a008-f90f8332e7dd" providerId="ADAL" clId="{811942F5-6A10-422C-BD41-698A13AE2058}" dt="2026-03-13T17:36:25.518" v="4622" actId="20577"/>
        <pc:sldMkLst>
          <pc:docMk/>
          <pc:sldMk cId="686531565" sldId="298"/>
        </pc:sldMkLst>
        <pc:spChg chg="mod">
          <ac:chgData name="Bissett, Christian J CTR USSOCOM NSW (USA)" userId="96f2892e-9d72-41d1-a008-f90f8332e7dd" providerId="ADAL" clId="{811942F5-6A10-422C-BD41-698A13AE2058}" dt="2026-03-13T17:36:25.518" v="4622" actId="20577"/>
          <ac:spMkLst>
            <pc:docMk/>
            <pc:sldMk cId="686531565" sldId="298"/>
            <ac:spMk id="2" creationId="{DC3A328E-3B2C-A146-6FCC-0ACF08557819}"/>
          </ac:spMkLst>
        </pc:spChg>
        <pc:spChg chg="del">
          <ac:chgData name="Bissett, Christian J CTR USSOCOM NSW (USA)" userId="96f2892e-9d72-41d1-a008-f90f8332e7dd" providerId="ADAL" clId="{811942F5-6A10-422C-BD41-698A13AE2058}" dt="2026-03-13T17:36:21.334" v="4601" actId="22"/>
          <ac:spMkLst>
            <pc:docMk/>
            <pc:sldMk cId="686531565" sldId="298"/>
            <ac:spMk id="3" creationId="{20367C38-A831-7B1E-AAAF-6AA91DF72821}"/>
          </ac:spMkLst>
        </pc:spChg>
        <pc:picChg chg="add mod ord">
          <ac:chgData name="Bissett, Christian J CTR USSOCOM NSW (USA)" userId="96f2892e-9d72-41d1-a008-f90f8332e7dd" providerId="ADAL" clId="{811942F5-6A10-422C-BD41-698A13AE2058}" dt="2026-03-13T17:36:22.499" v="4602" actId="27614"/>
          <ac:picMkLst>
            <pc:docMk/>
            <pc:sldMk cId="686531565" sldId="298"/>
            <ac:picMk id="5" creationId="{9C0FB22A-D0C0-B38A-1C2D-BECC5660F20F}"/>
          </ac:picMkLst>
        </pc:picChg>
      </pc:sldChg>
      <pc:sldChg chg="addSp delSp modSp new mod ord setBg">
        <pc:chgData name="Bissett, Christian J CTR USSOCOM NSW (USA)" userId="96f2892e-9d72-41d1-a008-f90f8332e7dd" providerId="ADAL" clId="{811942F5-6A10-422C-BD41-698A13AE2058}" dt="2026-03-13T17:44:17.681" v="4676" actId="26606"/>
        <pc:sldMkLst>
          <pc:docMk/>
          <pc:sldMk cId="1265026197" sldId="299"/>
        </pc:sldMkLst>
        <pc:spChg chg="mod">
          <ac:chgData name="Bissett, Christian J CTR USSOCOM NSW (USA)" userId="96f2892e-9d72-41d1-a008-f90f8332e7dd" providerId="ADAL" clId="{811942F5-6A10-422C-BD41-698A13AE2058}" dt="2026-03-13T17:44:17.681" v="4676" actId="26606"/>
          <ac:spMkLst>
            <pc:docMk/>
            <pc:sldMk cId="1265026197" sldId="299"/>
            <ac:spMk id="2" creationId="{CB062C66-3A69-EBE1-A730-50A97FFB8A9D}"/>
          </ac:spMkLst>
        </pc:spChg>
        <pc:spChg chg="del mod">
          <ac:chgData name="Bissett, Christian J CTR USSOCOM NSW (USA)" userId="96f2892e-9d72-41d1-a008-f90f8332e7dd" providerId="ADAL" clId="{811942F5-6A10-422C-BD41-698A13AE2058}" dt="2026-03-13T17:44:04.067" v="4673" actId="22"/>
          <ac:spMkLst>
            <pc:docMk/>
            <pc:sldMk cId="1265026197" sldId="299"/>
            <ac:spMk id="3" creationId="{38D404C3-6129-8552-7DD8-BB76B4EFD0A3}"/>
          </ac:spMkLst>
        </pc:spChg>
        <pc:spChg chg="add">
          <ac:chgData name="Bissett, Christian J CTR USSOCOM NSW (USA)" userId="96f2892e-9d72-41d1-a008-f90f8332e7dd" providerId="ADAL" clId="{811942F5-6A10-422C-BD41-698A13AE2058}" dt="2026-03-13T17:44:17.681" v="4676" actId="26606"/>
          <ac:spMkLst>
            <pc:docMk/>
            <pc:sldMk cId="1265026197" sldId="299"/>
            <ac:spMk id="10" creationId="{A8384FB5-9ADC-4DDC-881B-597D56F5B15D}"/>
          </ac:spMkLst>
        </pc:spChg>
        <pc:spChg chg="add">
          <ac:chgData name="Bissett, Christian J CTR USSOCOM NSW (USA)" userId="96f2892e-9d72-41d1-a008-f90f8332e7dd" providerId="ADAL" clId="{811942F5-6A10-422C-BD41-698A13AE2058}" dt="2026-03-13T17:44:17.681" v="4676" actId="26606"/>
          <ac:spMkLst>
            <pc:docMk/>
            <pc:sldMk cId="1265026197" sldId="299"/>
            <ac:spMk id="12" creationId="{91E5A9A7-95C6-4F4F-B00E-C82E07FE62EF}"/>
          </ac:spMkLst>
        </pc:spChg>
        <pc:spChg chg="add">
          <ac:chgData name="Bissett, Christian J CTR USSOCOM NSW (USA)" userId="96f2892e-9d72-41d1-a008-f90f8332e7dd" providerId="ADAL" clId="{811942F5-6A10-422C-BD41-698A13AE2058}" dt="2026-03-13T17:44:17.681" v="4676" actId="26606"/>
          <ac:spMkLst>
            <pc:docMk/>
            <pc:sldMk cId="1265026197" sldId="299"/>
            <ac:spMk id="14" creationId="{D07DD2DE-F619-49DD-B5E7-03A290FF4ED1}"/>
          </ac:spMkLst>
        </pc:spChg>
        <pc:spChg chg="add">
          <ac:chgData name="Bissett, Christian J CTR USSOCOM NSW (USA)" userId="96f2892e-9d72-41d1-a008-f90f8332e7dd" providerId="ADAL" clId="{811942F5-6A10-422C-BD41-698A13AE2058}" dt="2026-03-13T17:44:17.681" v="4676" actId="26606"/>
          <ac:spMkLst>
            <pc:docMk/>
            <pc:sldMk cId="1265026197" sldId="299"/>
            <ac:spMk id="16" creationId="{85149191-5F60-4A28-AAFF-039F96B0F3EC}"/>
          </ac:spMkLst>
        </pc:spChg>
        <pc:spChg chg="add">
          <ac:chgData name="Bissett, Christian J CTR USSOCOM NSW (USA)" userId="96f2892e-9d72-41d1-a008-f90f8332e7dd" providerId="ADAL" clId="{811942F5-6A10-422C-BD41-698A13AE2058}" dt="2026-03-13T17:44:17.681" v="4676" actId="26606"/>
          <ac:spMkLst>
            <pc:docMk/>
            <pc:sldMk cId="1265026197" sldId="299"/>
            <ac:spMk id="18" creationId="{F8260ED5-17F7-4158-B241-D51DD4CF1B7E}"/>
          </ac:spMkLst>
        </pc:spChg>
        <pc:picChg chg="add mod ord">
          <ac:chgData name="Bissett, Christian J CTR USSOCOM NSW (USA)" userId="96f2892e-9d72-41d1-a008-f90f8332e7dd" providerId="ADAL" clId="{811942F5-6A10-422C-BD41-698A13AE2058}" dt="2026-03-13T17:44:17.681" v="4676" actId="26606"/>
          <ac:picMkLst>
            <pc:docMk/>
            <pc:sldMk cId="1265026197" sldId="299"/>
            <ac:picMk id="5" creationId="{540E0257-8A8F-E139-3C25-EDD463BC6EA4}"/>
          </ac:picMkLst>
        </pc:picChg>
      </pc:sldChg>
    </pc:docChg>
  </pc:docChgLst>
  <pc:docChgLst>
    <pc:chgData name="Bissett, Christian J CTR USSOCOM NSW (USA)" userId="S::christian.j.bissett.ctr@socom.mil::96f2892e-9d72-41d1-a008-f90f8332e7dd" providerId="AD" clId="Web-{30605283-B174-3E0F-E2E7-79C103CA55A6}"/>
    <pc:docChg chg="modSld sldOrd">
      <pc:chgData name="Bissett, Christian J CTR USSOCOM NSW (USA)" userId="S::christian.j.bissett.ctr@socom.mil::96f2892e-9d72-41d1-a008-f90f8332e7dd" providerId="AD" clId="Web-{30605283-B174-3E0F-E2E7-79C103CA55A6}" dt="2026-03-13T18:13:15.024" v="7"/>
      <pc:docMkLst>
        <pc:docMk/>
      </pc:docMkLst>
      <pc:sldChg chg="modSp">
        <pc:chgData name="Bissett, Christian J CTR USSOCOM NSW (USA)" userId="S::christian.j.bissett.ctr@socom.mil::96f2892e-9d72-41d1-a008-f90f8332e7dd" providerId="AD" clId="Web-{30605283-B174-3E0F-E2E7-79C103CA55A6}" dt="2026-03-13T18:07:49.193" v="4" actId="20577"/>
        <pc:sldMkLst>
          <pc:docMk/>
          <pc:sldMk cId="3799606432" sldId="288"/>
        </pc:sldMkLst>
        <pc:spChg chg="mod">
          <ac:chgData name="Bissett, Christian J CTR USSOCOM NSW (USA)" userId="S::christian.j.bissett.ctr@socom.mil::96f2892e-9d72-41d1-a008-f90f8332e7dd" providerId="AD" clId="Web-{30605283-B174-3E0F-E2E7-79C103CA55A6}" dt="2026-03-13T18:07:49.193" v="4" actId="20577"/>
          <ac:spMkLst>
            <pc:docMk/>
            <pc:sldMk cId="3799606432" sldId="288"/>
            <ac:spMk id="2" creationId="{A0509BCB-F27B-F0AB-9CC7-3A025B342002}"/>
          </ac:spMkLst>
        </pc:spChg>
      </pc:sldChg>
      <pc:sldChg chg="ord">
        <pc:chgData name="Bissett, Christian J CTR USSOCOM NSW (USA)" userId="S::christian.j.bissett.ctr@socom.mil::96f2892e-9d72-41d1-a008-f90f8332e7dd" providerId="AD" clId="Web-{30605283-B174-3E0F-E2E7-79C103CA55A6}" dt="2026-03-13T18:13:01.445" v="6"/>
        <pc:sldMkLst>
          <pc:docMk/>
          <pc:sldMk cId="1759561254" sldId="292"/>
        </pc:sldMkLst>
      </pc:sldChg>
      <pc:sldChg chg="modSp">
        <pc:chgData name="Bissett, Christian J CTR USSOCOM NSW (USA)" userId="S::christian.j.bissett.ctr@socom.mil::96f2892e-9d72-41d1-a008-f90f8332e7dd" providerId="AD" clId="Web-{30605283-B174-3E0F-E2E7-79C103CA55A6}" dt="2026-03-13T17:58:42.546" v="1" actId="20577"/>
        <pc:sldMkLst>
          <pc:docMk/>
          <pc:sldMk cId="1461573073" sldId="293"/>
        </pc:sldMkLst>
        <pc:spChg chg="mod">
          <ac:chgData name="Bissett, Christian J CTR USSOCOM NSW (USA)" userId="S::christian.j.bissett.ctr@socom.mil::96f2892e-9d72-41d1-a008-f90f8332e7dd" providerId="AD" clId="Web-{30605283-B174-3E0F-E2E7-79C103CA55A6}" dt="2026-03-13T17:58:42.546" v="1" actId="20577"/>
          <ac:spMkLst>
            <pc:docMk/>
            <pc:sldMk cId="1461573073" sldId="293"/>
            <ac:spMk id="3" creationId="{764995B6-E6B2-A880-7F4A-A1734BC397AC}"/>
          </ac:spMkLst>
        </pc:spChg>
      </pc:sldChg>
      <pc:sldChg chg="ord">
        <pc:chgData name="Bissett, Christian J CTR USSOCOM NSW (USA)" userId="S::christian.j.bissett.ctr@socom.mil::96f2892e-9d72-41d1-a008-f90f8332e7dd" providerId="AD" clId="Web-{30605283-B174-3E0F-E2E7-79C103CA55A6}" dt="2026-03-13T18:12:57.242" v="5"/>
        <pc:sldMkLst>
          <pc:docMk/>
          <pc:sldMk cId="1300304876" sldId="294"/>
        </pc:sldMkLst>
      </pc:sldChg>
      <pc:sldChg chg="modSp ord">
        <pc:chgData name="Bissett, Christian J CTR USSOCOM NSW (USA)" userId="S::christian.j.bissett.ctr@socom.mil::96f2892e-9d72-41d1-a008-f90f8332e7dd" providerId="AD" clId="Web-{30605283-B174-3E0F-E2E7-79C103CA55A6}" dt="2026-03-13T18:13:15.024" v="7"/>
        <pc:sldMkLst>
          <pc:docMk/>
          <pc:sldMk cId="1435326780" sldId="295"/>
        </pc:sldMkLst>
        <pc:spChg chg="mod">
          <ac:chgData name="Bissett, Christian J CTR USSOCOM NSW (USA)" userId="S::christian.j.bissett.ctr@socom.mil::96f2892e-9d72-41d1-a008-f90f8332e7dd" providerId="AD" clId="Web-{30605283-B174-3E0F-E2E7-79C103CA55A6}" dt="2026-03-13T17:59:16.702" v="3" actId="20577"/>
          <ac:spMkLst>
            <pc:docMk/>
            <pc:sldMk cId="1435326780" sldId="295"/>
            <ac:spMk id="3" creationId="{DF68C76D-C663-CDB7-BBD5-9F12DC94EC0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48B908-0281-419B-864A-B919E51A39F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6746B2B-E624-4279-9777-06F2F95AEA76}">
      <dgm:prSet/>
      <dgm:spPr/>
      <dgm:t>
        <a:bodyPr/>
        <a:lstStyle/>
        <a:p>
          <a:r>
            <a:rPr lang="en-US"/>
            <a:t>EVENT Based Asset Management</a:t>
          </a:r>
        </a:p>
      </dgm:t>
    </dgm:pt>
    <dgm:pt modelId="{66F51E52-E550-4482-98BE-5E4D0CB5AA6A}" type="parTrans" cxnId="{C4ABB886-6087-4998-AD15-81F1EAC36A2B}">
      <dgm:prSet/>
      <dgm:spPr/>
      <dgm:t>
        <a:bodyPr/>
        <a:lstStyle/>
        <a:p>
          <a:endParaRPr lang="en-US"/>
        </a:p>
      </dgm:t>
    </dgm:pt>
    <dgm:pt modelId="{A409C9DC-E8FB-4E9C-B42A-417DA9972805}" type="sibTrans" cxnId="{C4ABB886-6087-4998-AD15-81F1EAC36A2B}">
      <dgm:prSet/>
      <dgm:spPr/>
      <dgm:t>
        <a:bodyPr/>
        <a:lstStyle/>
        <a:p>
          <a:endParaRPr lang="en-US"/>
        </a:p>
      </dgm:t>
    </dgm:pt>
    <dgm:pt modelId="{FA2BBC37-A0D5-446C-870C-E94563ED0D54}">
      <dgm:prSet/>
      <dgm:spPr/>
      <dgm:t>
        <a:bodyPr/>
        <a:lstStyle/>
        <a:p>
          <a:r>
            <a:rPr lang="en-US"/>
            <a:t>All Major events related to an asset can be tracked in a social media like timeline to tell a narrative and provide decision makers the information they need to make informed decisions.</a:t>
          </a:r>
        </a:p>
      </dgm:t>
    </dgm:pt>
    <dgm:pt modelId="{EC77FCDA-423F-42D7-A46B-D189195D3559}" type="parTrans" cxnId="{80C64693-EB38-400C-B1F3-6968A85EE868}">
      <dgm:prSet/>
      <dgm:spPr/>
      <dgm:t>
        <a:bodyPr/>
        <a:lstStyle/>
        <a:p>
          <a:endParaRPr lang="en-US"/>
        </a:p>
      </dgm:t>
    </dgm:pt>
    <dgm:pt modelId="{F453DFA3-7790-4BA1-9FE2-D1F6917EC409}" type="sibTrans" cxnId="{80C64693-EB38-400C-B1F3-6968A85EE868}">
      <dgm:prSet/>
      <dgm:spPr/>
      <dgm:t>
        <a:bodyPr/>
        <a:lstStyle/>
        <a:p>
          <a:endParaRPr lang="en-US"/>
        </a:p>
      </dgm:t>
    </dgm:pt>
    <dgm:pt modelId="{FE98829A-1391-406D-9671-3EC2E852E75C}">
      <dgm:prSet/>
      <dgm:spPr/>
      <dgm:t>
        <a:bodyPr/>
        <a:lstStyle/>
        <a:p>
          <a:r>
            <a:rPr lang="en-US"/>
            <a:t>Dispatches, Maintenance events, Part Arrivals and Installations are all tracked as </a:t>
          </a:r>
          <a:r>
            <a:rPr lang="en-US" u="sng"/>
            <a:t>a STORY of what an asset goes through</a:t>
          </a:r>
          <a:r>
            <a:rPr lang="en-US"/>
            <a:t>.</a:t>
          </a:r>
        </a:p>
      </dgm:t>
    </dgm:pt>
    <dgm:pt modelId="{79EE4276-2462-429D-8880-26178A7727C5}" type="parTrans" cxnId="{E5B3FA3F-6367-4AED-B079-F0B9CFE32972}">
      <dgm:prSet/>
      <dgm:spPr/>
      <dgm:t>
        <a:bodyPr/>
        <a:lstStyle/>
        <a:p>
          <a:endParaRPr lang="en-US"/>
        </a:p>
      </dgm:t>
    </dgm:pt>
    <dgm:pt modelId="{34FFC5CD-06F2-44BC-9222-04348C4F7623}" type="sibTrans" cxnId="{E5B3FA3F-6367-4AED-B079-F0B9CFE32972}">
      <dgm:prSet/>
      <dgm:spPr/>
      <dgm:t>
        <a:bodyPr/>
        <a:lstStyle/>
        <a:p>
          <a:endParaRPr lang="en-US"/>
        </a:p>
      </dgm:t>
    </dgm:pt>
    <dgm:pt modelId="{1533E79C-AA8A-4526-8F7A-7E385ACE3383}">
      <dgm:prSet/>
      <dgm:spPr/>
      <dgm:t>
        <a:bodyPr/>
        <a:lstStyle/>
        <a:p>
          <a:r>
            <a:rPr lang="en-US"/>
            <a:t>Comments attachments and differentiation between human content and automated history to enhance story telling ability.</a:t>
          </a:r>
        </a:p>
      </dgm:t>
    </dgm:pt>
    <dgm:pt modelId="{07ED564D-040C-47B3-8C7F-50552B15F474}" type="parTrans" cxnId="{7E35FB83-A822-43BD-AAE2-50A6DFC148F2}">
      <dgm:prSet/>
      <dgm:spPr/>
      <dgm:t>
        <a:bodyPr/>
        <a:lstStyle/>
        <a:p>
          <a:endParaRPr lang="en-US"/>
        </a:p>
      </dgm:t>
    </dgm:pt>
    <dgm:pt modelId="{37EDC107-5D43-4D5A-9CD5-592FA0E6F18E}" type="sibTrans" cxnId="{7E35FB83-A822-43BD-AAE2-50A6DFC148F2}">
      <dgm:prSet/>
      <dgm:spPr/>
      <dgm:t>
        <a:bodyPr/>
        <a:lstStyle/>
        <a:p>
          <a:endParaRPr lang="en-US"/>
        </a:p>
      </dgm:t>
    </dgm:pt>
    <dgm:pt modelId="{91DE97D5-D230-448E-A518-C7E3A15DD7FC}" type="pres">
      <dgm:prSet presAssocID="{AE48B908-0281-419B-864A-B919E51A39F8}" presName="root" presStyleCnt="0">
        <dgm:presLayoutVars>
          <dgm:dir/>
          <dgm:resizeHandles val="exact"/>
        </dgm:presLayoutVars>
      </dgm:prSet>
      <dgm:spPr/>
    </dgm:pt>
    <dgm:pt modelId="{EFD3DAAD-D2B6-46CE-AA62-F45707F2C774}" type="pres">
      <dgm:prSet presAssocID="{AE48B908-0281-419B-864A-B919E51A39F8}" presName="container" presStyleCnt="0">
        <dgm:presLayoutVars>
          <dgm:dir/>
          <dgm:resizeHandles val="exact"/>
        </dgm:presLayoutVars>
      </dgm:prSet>
      <dgm:spPr/>
    </dgm:pt>
    <dgm:pt modelId="{0FB462E5-027D-45D7-AA30-CC6E370CCE01}" type="pres">
      <dgm:prSet presAssocID="{A6746B2B-E624-4279-9777-06F2F95AEA76}" presName="compNode" presStyleCnt="0"/>
      <dgm:spPr/>
    </dgm:pt>
    <dgm:pt modelId="{CA13FD24-B9B9-473D-9EE8-FD7F6E9720CC}" type="pres">
      <dgm:prSet presAssocID="{A6746B2B-E624-4279-9777-06F2F95AEA76}" presName="iconBgRect" presStyleLbl="bgShp" presStyleIdx="0" presStyleCnt="4"/>
      <dgm:spPr/>
    </dgm:pt>
    <dgm:pt modelId="{B4120544-6875-4903-BA26-E4400944CF30}" type="pres">
      <dgm:prSet presAssocID="{A6746B2B-E624-4279-9777-06F2F95AEA7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nagement"/>
        </a:ext>
      </dgm:extLst>
    </dgm:pt>
    <dgm:pt modelId="{C639FFC6-5823-4ADB-8011-E8BF83A2329B}" type="pres">
      <dgm:prSet presAssocID="{A6746B2B-E624-4279-9777-06F2F95AEA76}" presName="spaceRect" presStyleCnt="0"/>
      <dgm:spPr/>
    </dgm:pt>
    <dgm:pt modelId="{5AA60725-B035-42B8-BBC2-BF6DB88DEE40}" type="pres">
      <dgm:prSet presAssocID="{A6746B2B-E624-4279-9777-06F2F95AEA76}" presName="textRect" presStyleLbl="revTx" presStyleIdx="0" presStyleCnt="4">
        <dgm:presLayoutVars>
          <dgm:chMax val="1"/>
          <dgm:chPref val="1"/>
        </dgm:presLayoutVars>
      </dgm:prSet>
      <dgm:spPr/>
    </dgm:pt>
    <dgm:pt modelId="{3D94E755-BB28-4621-B81C-CEA28AA27CB1}" type="pres">
      <dgm:prSet presAssocID="{A409C9DC-E8FB-4E9C-B42A-417DA9972805}" presName="sibTrans" presStyleLbl="sibTrans2D1" presStyleIdx="0" presStyleCnt="0"/>
      <dgm:spPr/>
    </dgm:pt>
    <dgm:pt modelId="{14C9D2CB-996D-435E-A727-42089E8533F4}" type="pres">
      <dgm:prSet presAssocID="{FA2BBC37-A0D5-446C-870C-E94563ED0D54}" presName="compNode" presStyleCnt="0"/>
      <dgm:spPr/>
    </dgm:pt>
    <dgm:pt modelId="{44781DE0-02E7-4DD7-B94B-5646864A4930}" type="pres">
      <dgm:prSet presAssocID="{FA2BBC37-A0D5-446C-870C-E94563ED0D54}" presName="iconBgRect" presStyleLbl="bgShp" presStyleIdx="1" presStyleCnt="4"/>
      <dgm:spPr/>
    </dgm:pt>
    <dgm:pt modelId="{4164D2AE-8FDA-4CBF-A138-D7A4CFE11CF4}" type="pres">
      <dgm:prSet presAssocID="{FA2BBC37-A0D5-446C-870C-E94563ED0D5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83C67731-5DDB-423E-A64E-D4548A7A203F}" type="pres">
      <dgm:prSet presAssocID="{FA2BBC37-A0D5-446C-870C-E94563ED0D54}" presName="spaceRect" presStyleCnt="0"/>
      <dgm:spPr/>
    </dgm:pt>
    <dgm:pt modelId="{92EE217D-9CDB-4C13-993B-ABAB0C15CD14}" type="pres">
      <dgm:prSet presAssocID="{FA2BBC37-A0D5-446C-870C-E94563ED0D54}" presName="textRect" presStyleLbl="revTx" presStyleIdx="1" presStyleCnt="4">
        <dgm:presLayoutVars>
          <dgm:chMax val="1"/>
          <dgm:chPref val="1"/>
        </dgm:presLayoutVars>
      </dgm:prSet>
      <dgm:spPr/>
    </dgm:pt>
    <dgm:pt modelId="{672F73F5-3896-4618-BCFF-3497EA6CEFCE}" type="pres">
      <dgm:prSet presAssocID="{F453DFA3-7790-4BA1-9FE2-D1F6917EC409}" presName="sibTrans" presStyleLbl="sibTrans2D1" presStyleIdx="0" presStyleCnt="0"/>
      <dgm:spPr/>
    </dgm:pt>
    <dgm:pt modelId="{6D8D97DB-12ED-4F79-AD63-9F975AAE58A8}" type="pres">
      <dgm:prSet presAssocID="{FE98829A-1391-406D-9671-3EC2E852E75C}" presName="compNode" presStyleCnt="0"/>
      <dgm:spPr/>
    </dgm:pt>
    <dgm:pt modelId="{F22A91A9-713D-4F00-BCF6-56FF6F827B18}" type="pres">
      <dgm:prSet presAssocID="{FE98829A-1391-406D-9671-3EC2E852E75C}" presName="iconBgRect" presStyleLbl="bgShp" presStyleIdx="2" presStyleCnt="4"/>
      <dgm:spPr/>
    </dgm:pt>
    <dgm:pt modelId="{DE0BF5AF-884B-461D-91D0-AE9FEEC97AA3}" type="pres">
      <dgm:prSet presAssocID="{FE98829A-1391-406D-9671-3EC2E852E75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B1D27E43-AE23-431C-914D-248CA2C3CC99}" type="pres">
      <dgm:prSet presAssocID="{FE98829A-1391-406D-9671-3EC2E852E75C}" presName="spaceRect" presStyleCnt="0"/>
      <dgm:spPr/>
    </dgm:pt>
    <dgm:pt modelId="{61C2498E-973A-49EF-8F7B-1432935A682A}" type="pres">
      <dgm:prSet presAssocID="{FE98829A-1391-406D-9671-3EC2E852E75C}" presName="textRect" presStyleLbl="revTx" presStyleIdx="2" presStyleCnt="4">
        <dgm:presLayoutVars>
          <dgm:chMax val="1"/>
          <dgm:chPref val="1"/>
        </dgm:presLayoutVars>
      </dgm:prSet>
      <dgm:spPr/>
    </dgm:pt>
    <dgm:pt modelId="{C1439E58-BA63-492F-A7ED-7E3E0B925303}" type="pres">
      <dgm:prSet presAssocID="{34FFC5CD-06F2-44BC-9222-04348C4F7623}" presName="sibTrans" presStyleLbl="sibTrans2D1" presStyleIdx="0" presStyleCnt="0"/>
      <dgm:spPr/>
    </dgm:pt>
    <dgm:pt modelId="{399496AE-8DBD-4A36-8961-8C80CD1E6174}" type="pres">
      <dgm:prSet presAssocID="{1533E79C-AA8A-4526-8F7A-7E385ACE3383}" presName="compNode" presStyleCnt="0"/>
      <dgm:spPr/>
    </dgm:pt>
    <dgm:pt modelId="{F22895CF-9250-4137-B35D-CD0957DE544E}" type="pres">
      <dgm:prSet presAssocID="{1533E79C-AA8A-4526-8F7A-7E385ACE3383}" presName="iconBgRect" presStyleLbl="bgShp" presStyleIdx="3" presStyleCnt="4"/>
      <dgm:spPr/>
    </dgm:pt>
    <dgm:pt modelId="{A057AE4A-8174-4C21-A993-9D217D38E492}" type="pres">
      <dgm:prSet presAssocID="{1533E79C-AA8A-4526-8F7A-7E385ACE338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42AB987B-4BD4-4DB2-8081-7768C6BCB025}" type="pres">
      <dgm:prSet presAssocID="{1533E79C-AA8A-4526-8F7A-7E385ACE3383}" presName="spaceRect" presStyleCnt="0"/>
      <dgm:spPr/>
    </dgm:pt>
    <dgm:pt modelId="{2AF4CA1B-8F91-45F6-8FC5-8C0FB7A83436}" type="pres">
      <dgm:prSet presAssocID="{1533E79C-AA8A-4526-8F7A-7E385ACE338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CE2670D-BA41-4368-8D27-D9F3831D5C38}" type="presOf" srcId="{FA2BBC37-A0D5-446C-870C-E94563ED0D54}" destId="{92EE217D-9CDB-4C13-993B-ABAB0C15CD14}" srcOrd="0" destOrd="0" presId="urn:microsoft.com/office/officeart/2018/2/layout/IconCircleList"/>
    <dgm:cxn modelId="{3D1DA217-FC14-4A97-86EA-79AFC733E235}" type="presOf" srcId="{34FFC5CD-06F2-44BC-9222-04348C4F7623}" destId="{C1439E58-BA63-492F-A7ED-7E3E0B925303}" srcOrd="0" destOrd="0" presId="urn:microsoft.com/office/officeart/2018/2/layout/IconCircleList"/>
    <dgm:cxn modelId="{4954D03C-2482-4723-9BA0-63750B3D2D8B}" type="presOf" srcId="{FE98829A-1391-406D-9671-3EC2E852E75C}" destId="{61C2498E-973A-49EF-8F7B-1432935A682A}" srcOrd="0" destOrd="0" presId="urn:microsoft.com/office/officeart/2018/2/layout/IconCircleList"/>
    <dgm:cxn modelId="{E5B3FA3F-6367-4AED-B079-F0B9CFE32972}" srcId="{AE48B908-0281-419B-864A-B919E51A39F8}" destId="{FE98829A-1391-406D-9671-3EC2E852E75C}" srcOrd="2" destOrd="0" parTransId="{79EE4276-2462-429D-8880-26178A7727C5}" sibTransId="{34FFC5CD-06F2-44BC-9222-04348C4F7623}"/>
    <dgm:cxn modelId="{800CE45C-3548-4A8A-8069-C3ED4C437399}" type="presOf" srcId="{A6746B2B-E624-4279-9777-06F2F95AEA76}" destId="{5AA60725-B035-42B8-BBC2-BF6DB88DEE40}" srcOrd="0" destOrd="0" presId="urn:microsoft.com/office/officeart/2018/2/layout/IconCircleList"/>
    <dgm:cxn modelId="{DED03553-EE48-484C-B0E7-CD96077135BD}" type="presOf" srcId="{A409C9DC-E8FB-4E9C-B42A-417DA9972805}" destId="{3D94E755-BB28-4621-B81C-CEA28AA27CB1}" srcOrd="0" destOrd="0" presId="urn:microsoft.com/office/officeart/2018/2/layout/IconCircleList"/>
    <dgm:cxn modelId="{7E35FB83-A822-43BD-AAE2-50A6DFC148F2}" srcId="{AE48B908-0281-419B-864A-B919E51A39F8}" destId="{1533E79C-AA8A-4526-8F7A-7E385ACE3383}" srcOrd="3" destOrd="0" parTransId="{07ED564D-040C-47B3-8C7F-50552B15F474}" sibTransId="{37EDC107-5D43-4D5A-9CD5-592FA0E6F18E}"/>
    <dgm:cxn modelId="{C4ABB886-6087-4998-AD15-81F1EAC36A2B}" srcId="{AE48B908-0281-419B-864A-B919E51A39F8}" destId="{A6746B2B-E624-4279-9777-06F2F95AEA76}" srcOrd="0" destOrd="0" parTransId="{66F51E52-E550-4482-98BE-5E4D0CB5AA6A}" sibTransId="{A409C9DC-E8FB-4E9C-B42A-417DA9972805}"/>
    <dgm:cxn modelId="{80C64693-EB38-400C-B1F3-6968A85EE868}" srcId="{AE48B908-0281-419B-864A-B919E51A39F8}" destId="{FA2BBC37-A0D5-446C-870C-E94563ED0D54}" srcOrd="1" destOrd="0" parTransId="{EC77FCDA-423F-42D7-A46B-D189195D3559}" sibTransId="{F453DFA3-7790-4BA1-9FE2-D1F6917EC409}"/>
    <dgm:cxn modelId="{9DBFADCA-A8C2-4E57-AB2E-1BF11DDF92E1}" type="presOf" srcId="{1533E79C-AA8A-4526-8F7A-7E385ACE3383}" destId="{2AF4CA1B-8F91-45F6-8FC5-8C0FB7A83436}" srcOrd="0" destOrd="0" presId="urn:microsoft.com/office/officeart/2018/2/layout/IconCircleList"/>
    <dgm:cxn modelId="{9ED24FD0-0E05-43DB-B6CB-B8546B9E3637}" type="presOf" srcId="{AE48B908-0281-419B-864A-B919E51A39F8}" destId="{91DE97D5-D230-448E-A518-C7E3A15DD7FC}" srcOrd="0" destOrd="0" presId="urn:microsoft.com/office/officeart/2018/2/layout/IconCircleList"/>
    <dgm:cxn modelId="{060863E5-9760-4376-A410-BE9D43AA8875}" type="presOf" srcId="{F453DFA3-7790-4BA1-9FE2-D1F6917EC409}" destId="{672F73F5-3896-4618-BCFF-3497EA6CEFCE}" srcOrd="0" destOrd="0" presId="urn:microsoft.com/office/officeart/2018/2/layout/IconCircleList"/>
    <dgm:cxn modelId="{82A5893C-BB5E-476B-84E3-C862D7A1D2A6}" type="presParOf" srcId="{91DE97D5-D230-448E-A518-C7E3A15DD7FC}" destId="{EFD3DAAD-D2B6-46CE-AA62-F45707F2C774}" srcOrd="0" destOrd="0" presId="urn:microsoft.com/office/officeart/2018/2/layout/IconCircleList"/>
    <dgm:cxn modelId="{65AF260B-63C5-43A0-B981-E1833A926D23}" type="presParOf" srcId="{EFD3DAAD-D2B6-46CE-AA62-F45707F2C774}" destId="{0FB462E5-027D-45D7-AA30-CC6E370CCE01}" srcOrd="0" destOrd="0" presId="urn:microsoft.com/office/officeart/2018/2/layout/IconCircleList"/>
    <dgm:cxn modelId="{FF1112C8-F192-45F0-880D-FB1CAED569DA}" type="presParOf" srcId="{0FB462E5-027D-45D7-AA30-CC6E370CCE01}" destId="{CA13FD24-B9B9-473D-9EE8-FD7F6E9720CC}" srcOrd="0" destOrd="0" presId="urn:microsoft.com/office/officeart/2018/2/layout/IconCircleList"/>
    <dgm:cxn modelId="{68361A96-D02F-4792-BE5C-DE029DB2D7F4}" type="presParOf" srcId="{0FB462E5-027D-45D7-AA30-CC6E370CCE01}" destId="{B4120544-6875-4903-BA26-E4400944CF30}" srcOrd="1" destOrd="0" presId="urn:microsoft.com/office/officeart/2018/2/layout/IconCircleList"/>
    <dgm:cxn modelId="{832FB579-8AB2-4E72-B84B-060C04556469}" type="presParOf" srcId="{0FB462E5-027D-45D7-AA30-CC6E370CCE01}" destId="{C639FFC6-5823-4ADB-8011-E8BF83A2329B}" srcOrd="2" destOrd="0" presId="urn:microsoft.com/office/officeart/2018/2/layout/IconCircleList"/>
    <dgm:cxn modelId="{D30B6A8B-2A46-4991-B8BE-EF01257232E7}" type="presParOf" srcId="{0FB462E5-027D-45D7-AA30-CC6E370CCE01}" destId="{5AA60725-B035-42B8-BBC2-BF6DB88DEE40}" srcOrd="3" destOrd="0" presId="urn:microsoft.com/office/officeart/2018/2/layout/IconCircleList"/>
    <dgm:cxn modelId="{695174F9-DA6F-447F-922A-CDB5CB72EB03}" type="presParOf" srcId="{EFD3DAAD-D2B6-46CE-AA62-F45707F2C774}" destId="{3D94E755-BB28-4621-B81C-CEA28AA27CB1}" srcOrd="1" destOrd="0" presId="urn:microsoft.com/office/officeart/2018/2/layout/IconCircleList"/>
    <dgm:cxn modelId="{DE67381B-19B6-468E-93B4-1D880CD7E8F3}" type="presParOf" srcId="{EFD3DAAD-D2B6-46CE-AA62-F45707F2C774}" destId="{14C9D2CB-996D-435E-A727-42089E8533F4}" srcOrd="2" destOrd="0" presId="urn:microsoft.com/office/officeart/2018/2/layout/IconCircleList"/>
    <dgm:cxn modelId="{D2D3D63C-6CD5-4DEE-8246-8877F1A736BD}" type="presParOf" srcId="{14C9D2CB-996D-435E-A727-42089E8533F4}" destId="{44781DE0-02E7-4DD7-B94B-5646864A4930}" srcOrd="0" destOrd="0" presId="urn:microsoft.com/office/officeart/2018/2/layout/IconCircleList"/>
    <dgm:cxn modelId="{65874EDB-08AE-4378-9FC1-2AACA4242D5C}" type="presParOf" srcId="{14C9D2CB-996D-435E-A727-42089E8533F4}" destId="{4164D2AE-8FDA-4CBF-A138-D7A4CFE11CF4}" srcOrd="1" destOrd="0" presId="urn:microsoft.com/office/officeart/2018/2/layout/IconCircleList"/>
    <dgm:cxn modelId="{6EE11C0A-2981-4371-BE1E-3228BB2F1322}" type="presParOf" srcId="{14C9D2CB-996D-435E-A727-42089E8533F4}" destId="{83C67731-5DDB-423E-A64E-D4548A7A203F}" srcOrd="2" destOrd="0" presId="urn:microsoft.com/office/officeart/2018/2/layout/IconCircleList"/>
    <dgm:cxn modelId="{621A5C6E-8C3A-43BF-9268-DF34D249761F}" type="presParOf" srcId="{14C9D2CB-996D-435E-A727-42089E8533F4}" destId="{92EE217D-9CDB-4C13-993B-ABAB0C15CD14}" srcOrd="3" destOrd="0" presId="urn:microsoft.com/office/officeart/2018/2/layout/IconCircleList"/>
    <dgm:cxn modelId="{F18FE00C-373A-444B-A18C-65E7E70043B2}" type="presParOf" srcId="{EFD3DAAD-D2B6-46CE-AA62-F45707F2C774}" destId="{672F73F5-3896-4618-BCFF-3497EA6CEFCE}" srcOrd="3" destOrd="0" presId="urn:microsoft.com/office/officeart/2018/2/layout/IconCircleList"/>
    <dgm:cxn modelId="{3684F78A-B1D4-46E1-B19F-E1FE95F89AAC}" type="presParOf" srcId="{EFD3DAAD-D2B6-46CE-AA62-F45707F2C774}" destId="{6D8D97DB-12ED-4F79-AD63-9F975AAE58A8}" srcOrd="4" destOrd="0" presId="urn:microsoft.com/office/officeart/2018/2/layout/IconCircleList"/>
    <dgm:cxn modelId="{C85DD201-AF5D-434C-A538-57D95EF14777}" type="presParOf" srcId="{6D8D97DB-12ED-4F79-AD63-9F975AAE58A8}" destId="{F22A91A9-713D-4F00-BCF6-56FF6F827B18}" srcOrd="0" destOrd="0" presId="urn:microsoft.com/office/officeart/2018/2/layout/IconCircleList"/>
    <dgm:cxn modelId="{781D3FEC-3F2B-46E3-BA7F-850B024199F9}" type="presParOf" srcId="{6D8D97DB-12ED-4F79-AD63-9F975AAE58A8}" destId="{DE0BF5AF-884B-461D-91D0-AE9FEEC97AA3}" srcOrd="1" destOrd="0" presId="urn:microsoft.com/office/officeart/2018/2/layout/IconCircleList"/>
    <dgm:cxn modelId="{8DE96A1C-CFB6-4A1D-9962-378D1D8CC11B}" type="presParOf" srcId="{6D8D97DB-12ED-4F79-AD63-9F975AAE58A8}" destId="{B1D27E43-AE23-431C-914D-248CA2C3CC99}" srcOrd="2" destOrd="0" presId="urn:microsoft.com/office/officeart/2018/2/layout/IconCircleList"/>
    <dgm:cxn modelId="{4465F07F-663B-477D-AA60-F0C31708E3A6}" type="presParOf" srcId="{6D8D97DB-12ED-4F79-AD63-9F975AAE58A8}" destId="{61C2498E-973A-49EF-8F7B-1432935A682A}" srcOrd="3" destOrd="0" presId="urn:microsoft.com/office/officeart/2018/2/layout/IconCircleList"/>
    <dgm:cxn modelId="{00D449E8-71ED-40D6-A6BF-021392B6B7AF}" type="presParOf" srcId="{EFD3DAAD-D2B6-46CE-AA62-F45707F2C774}" destId="{C1439E58-BA63-492F-A7ED-7E3E0B925303}" srcOrd="5" destOrd="0" presId="urn:microsoft.com/office/officeart/2018/2/layout/IconCircleList"/>
    <dgm:cxn modelId="{11B78988-F8DD-48FA-971A-8D3D5C540BCE}" type="presParOf" srcId="{EFD3DAAD-D2B6-46CE-AA62-F45707F2C774}" destId="{399496AE-8DBD-4A36-8961-8C80CD1E6174}" srcOrd="6" destOrd="0" presId="urn:microsoft.com/office/officeart/2018/2/layout/IconCircleList"/>
    <dgm:cxn modelId="{443282A1-B95E-40B1-A9A5-A249EEB7825F}" type="presParOf" srcId="{399496AE-8DBD-4A36-8961-8C80CD1E6174}" destId="{F22895CF-9250-4137-B35D-CD0957DE544E}" srcOrd="0" destOrd="0" presId="urn:microsoft.com/office/officeart/2018/2/layout/IconCircleList"/>
    <dgm:cxn modelId="{201E7B20-334D-47DE-88A7-D4FEC110B6E3}" type="presParOf" srcId="{399496AE-8DBD-4A36-8961-8C80CD1E6174}" destId="{A057AE4A-8174-4C21-A993-9D217D38E492}" srcOrd="1" destOrd="0" presId="urn:microsoft.com/office/officeart/2018/2/layout/IconCircleList"/>
    <dgm:cxn modelId="{7BC74FD3-E28D-4E33-9C47-F3B3C19112D2}" type="presParOf" srcId="{399496AE-8DBD-4A36-8961-8C80CD1E6174}" destId="{42AB987B-4BD4-4DB2-8081-7768C6BCB025}" srcOrd="2" destOrd="0" presId="urn:microsoft.com/office/officeart/2018/2/layout/IconCircleList"/>
    <dgm:cxn modelId="{E9001039-F9CE-4DE7-A5E3-01CD3F805EB7}" type="presParOf" srcId="{399496AE-8DBD-4A36-8961-8C80CD1E6174}" destId="{2AF4CA1B-8F91-45F6-8FC5-8C0FB7A8343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98D5E4-F8C7-4582-86D8-465DE3AD749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D926E5C9-1D1B-4EF5-9839-A77FDBA058C4}">
      <dgm:prSet/>
      <dgm:spPr/>
      <dgm:t>
        <a:bodyPr/>
        <a:lstStyle/>
        <a:p>
          <a:pPr>
            <a:defRPr cap="all"/>
          </a:pPr>
          <a:r>
            <a:rPr lang="en-US"/>
            <a:t>Dispatching</a:t>
          </a:r>
        </a:p>
      </dgm:t>
    </dgm:pt>
    <dgm:pt modelId="{7DF3122F-9F0E-4C74-A27F-BB76A2450F32}" type="parTrans" cxnId="{7E3D71BB-67D5-44FE-9466-150ABC3ED769}">
      <dgm:prSet/>
      <dgm:spPr/>
      <dgm:t>
        <a:bodyPr/>
        <a:lstStyle/>
        <a:p>
          <a:endParaRPr lang="en-US"/>
        </a:p>
      </dgm:t>
    </dgm:pt>
    <dgm:pt modelId="{15DFC25D-0C5B-49CA-B0BC-4BC361CE2276}" type="sibTrans" cxnId="{7E3D71BB-67D5-44FE-9466-150ABC3ED769}">
      <dgm:prSet/>
      <dgm:spPr/>
      <dgm:t>
        <a:bodyPr/>
        <a:lstStyle/>
        <a:p>
          <a:endParaRPr lang="en-US"/>
        </a:p>
      </dgm:t>
    </dgm:pt>
    <dgm:pt modelId="{CF581B94-230F-45CE-A8F7-C1953B45DE54}">
      <dgm:prSet/>
      <dgm:spPr/>
      <dgm:t>
        <a:bodyPr/>
        <a:lstStyle/>
        <a:p>
          <a:pPr>
            <a:defRPr cap="all"/>
          </a:pPr>
          <a:r>
            <a:rPr lang="en-US"/>
            <a:t>User management</a:t>
          </a:r>
        </a:p>
      </dgm:t>
    </dgm:pt>
    <dgm:pt modelId="{DD5E70AA-4A76-4E8C-8EF3-C6B24A75A891}" type="parTrans" cxnId="{387E1B46-5DF9-4958-B9A1-C69A722281B6}">
      <dgm:prSet/>
      <dgm:spPr/>
      <dgm:t>
        <a:bodyPr/>
        <a:lstStyle/>
        <a:p>
          <a:endParaRPr lang="en-US"/>
        </a:p>
      </dgm:t>
    </dgm:pt>
    <dgm:pt modelId="{C332B3E9-2775-49BA-9EAB-DBE71BFAEB06}" type="sibTrans" cxnId="{387E1B46-5DF9-4958-B9A1-C69A722281B6}">
      <dgm:prSet/>
      <dgm:spPr/>
      <dgm:t>
        <a:bodyPr/>
        <a:lstStyle/>
        <a:p>
          <a:endParaRPr lang="en-US"/>
        </a:p>
      </dgm:t>
    </dgm:pt>
    <dgm:pt modelId="{E679725A-86E2-4808-ACF3-DF69CA4E8436}">
      <dgm:prSet/>
      <dgm:spPr/>
      <dgm:t>
        <a:bodyPr/>
        <a:lstStyle/>
        <a:p>
          <a:pPr>
            <a:defRPr cap="all"/>
          </a:pPr>
          <a:r>
            <a:rPr lang="en-US"/>
            <a:t>Asset management</a:t>
          </a:r>
        </a:p>
      </dgm:t>
    </dgm:pt>
    <dgm:pt modelId="{18083888-B581-4384-9911-A5512290F034}" type="parTrans" cxnId="{4BDD9B32-7392-4E3C-A062-C8917144928C}">
      <dgm:prSet/>
      <dgm:spPr/>
      <dgm:t>
        <a:bodyPr/>
        <a:lstStyle/>
        <a:p>
          <a:endParaRPr lang="en-US"/>
        </a:p>
      </dgm:t>
    </dgm:pt>
    <dgm:pt modelId="{F4C0C101-9ED8-4870-9E4E-A38C359F348F}" type="sibTrans" cxnId="{4BDD9B32-7392-4E3C-A062-C8917144928C}">
      <dgm:prSet/>
      <dgm:spPr/>
      <dgm:t>
        <a:bodyPr/>
        <a:lstStyle/>
        <a:p>
          <a:endParaRPr lang="en-US"/>
        </a:p>
      </dgm:t>
    </dgm:pt>
    <dgm:pt modelId="{1E571F29-D889-42C1-83A4-51784A29C1F1}">
      <dgm:prSet/>
      <dgm:spPr/>
      <dgm:t>
        <a:bodyPr/>
        <a:lstStyle/>
        <a:p>
          <a:pPr>
            <a:defRPr cap="all"/>
          </a:pPr>
          <a:r>
            <a:rPr lang="en-US"/>
            <a:t>Inventory Management</a:t>
          </a:r>
        </a:p>
      </dgm:t>
    </dgm:pt>
    <dgm:pt modelId="{01D3ACCF-D076-4437-B3C5-CC601407C04A}" type="parTrans" cxnId="{F4FB9C03-B771-411F-8F3D-F126696C4A28}">
      <dgm:prSet/>
      <dgm:spPr/>
      <dgm:t>
        <a:bodyPr/>
        <a:lstStyle/>
        <a:p>
          <a:endParaRPr lang="en-US"/>
        </a:p>
      </dgm:t>
    </dgm:pt>
    <dgm:pt modelId="{0E414D8A-5F0F-4445-A446-2A3A0E02F584}" type="sibTrans" cxnId="{F4FB9C03-B771-411F-8F3D-F126696C4A28}">
      <dgm:prSet/>
      <dgm:spPr/>
      <dgm:t>
        <a:bodyPr/>
        <a:lstStyle/>
        <a:p>
          <a:endParaRPr lang="en-US"/>
        </a:p>
      </dgm:t>
    </dgm:pt>
    <dgm:pt modelId="{B1F77ADD-1B8F-4070-915E-989A5B1A66DC}" type="pres">
      <dgm:prSet presAssocID="{9B98D5E4-F8C7-4582-86D8-465DE3AD749F}" presName="root" presStyleCnt="0">
        <dgm:presLayoutVars>
          <dgm:dir/>
          <dgm:resizeHandles val="exact"/>
        </dgm:presLayoutVars>
      </dgm:prSet>
      <dgm:spPr/>
    </dgm:pt>
    <dgm:pt modelId="{0CADEF71-CC49-4A8B-9F4E-1E870A10973F}" type="pres">
      <dgm:prSet presAssocID="{D926E5C9-1D1B-4EF5-9839-A77FDBA058C4}" presName="compNode" presStyleCnt="0"/>
      <dgm:spPr/>
    </dgm:pt>
    <dgm:pt modelId="{EF6121CA-6AF7-4BE7-959E-B3795D3980F9}" type="pres">
      <dgm:prSet presAssocID="{D926E5C9-1D1B-4EF5-9839-A77FDBA058C4}" presName="iconBgRect" presStyleLbl="bgShp" presStyleIdx="0" presStyleCnt="4"/>
      <dgm:spPr/>
    </dgm:pt>
    <dgm:pt modelId="{FFED16CE-8D4D-40B7-91E6-FC47E618D0D3}" type="pres">
      <dgm:prSet presAssocID="{D926E5C9-1D1B-4EF5-9839-A77FDBA058C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EEC35307-D9BD-4809-8538-077BA3DB1248}" type="pres">
      <dgm:prSet presAssocID="{D926E5C9-1D1B-4EF5-9839-A77FDBA058C4}" presName="spaceRect" presStyleCnt="0"/>
      <dgm:spPr/>
    </dgm:pt>
    <dgm:pt modelId="{EFCBB000-F59E-4551-B25B-F6DFA066680D}" type="pres">
      <dgm:prSet presAssocID="{D926E5C9-1D1B-4EF5-9839-A77FDBA058C4}" presName="textRect" presStyleLbl="revTx" presStyleIdx="0" presStyleCnt="4">
        <dgm:presLayoutVars>
          <dgm:chMax val="1"/>
          <dgm:chPref val="1"/>
        </dgm:presLayoutVars>
      </dgm:prSet>
      <dgm:spPr/>
    </dgm:pt>
    <dgm:pt modelId="{8BE74F65-6870-4096-B147-DA9869829667}" type="pres">
      <dgm:prSet presAssocID="{15DFC25D-0C5B-49CA-B0BC-4BC361CE2276}" presName="sibTrans" presStyleCnt="0"/>
      <dgm:spPr/>
    </dgm:pt>
    <dgm:pt modelId="{57383C4D-BD74-4F13-88DB-D68663AD076A}" type="pres">
      <dgm:prSet presAssocID="{CF581B94-230F-45CE-A8F7-C1953B45DE54}" presName="compNode" presStyleCnt="0"/>
      <dgm:spPr/>
    </dgm:pt>
    <dgm:pt modelId="{F20EC287-5910-4B16-87AD-94C16CA46517}" type="pres">
      <dgm:prSet presAssocID="{CF581B94-230F-45CE-A8F7-C1953B45DE54}" presName="iconBgRect" presStyleLbl="bgShp" presStyleIdx="1" presStyleCnt="4"/>
      <dgm:spPr/>
    </dgm:pt>
    <dgm:pt modelId="{DA9121B8-41FC-4484-B2FD-D2A0B0070392}" type="pres">
      <dgm:prSet presAssocID="{CF581B94-230F-45CE-A8F7-C1953B45DE5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F0FE50D-55DC-4947-A4CC-E0EF27951D5F}" type="pres">
      <dgm:prSet presAssocID="{CF581B94-230F-45CE-A8F7-C1953B45DE54}" presName="spaceRect" presStyleCnt="0"/>
      <dgm:spPr/>
    </dgm:pt>
    <dgm:pt modelId="{2503DB40-4BA3-42B5-B831-0F668B69308A}" type="pres">
      <dgm:prSet presAssocID="{CF581B94-230F-45CE-A8F7-C1953B45DE54}" presName="textRect" presStyleLbl="revTx" presStyleIdx="1" presStyleCnt="4">
        <dgm:presLayoutVars>
          <dgm:chMax val="1"/>
          <dgm:chPref val="1"/>
        </dgm:presLayoutVars>
      </dgm:prSet>
      <dgm:spPr/>
    </dgm:pt>
    <dgm:pt modelId="{90CF1BC1-74CE-4FB7-BB39-DDECD5E92CBF}" type="pres">
      <dgm:prSet presAssocID="{C332B3E9-2775-49BA-9EAB-DBE71BFAEB06}" presName="sibTrans" presStyleCnt="0"/>
      <dgm:spPr/>
    </dgm:pt>
    <dgm:pt modelId="{FF41B038-C5B6-4662-9F3A-0E415E2F03E7}" type="pres">
      <dgm:prSet presAssocID="{E679725A-86E2-4808-ACF3-DF69CA4E8436}" presName="compNode" presStyleCnt="0"/>
      <dgm:spPr/>
    </dgm:pt>
    <dgm:pt modelId="{375FD161-D8C8-49B8-A662-2FD956B8905C}" type="pres">
      <dgm:prSet presAssocID="{E679725A-86E2-4808-ACF3-DF69CA4E8436}" presName="iconBgRect" presStyleLbl="bgShp" presStyleIdx="2" presStyleCnt="4"/>
      <dgm:spPr/>
    </dgm:pt>
    <dgm:pt modelId="{556F924D-E658-471F-B876-34A04E23855F}" type="pres">
      <dgm:prSet presAssocID="{E679725A-86E2-4808-ACF3-DF69CA4E843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231BA91-3666-43E8-BE4A-52F28EC8E115}" type="pres">
      <dgm:prSet presAssocID="{E679725A-86E2-4808-ACF3-DF69CA4E8436}" presName="spaceRect" presStyleCnt="0"/>
      <dgm:spPr/>
    </dgm:pt>
    <dgm:pt modelId="{35DF5B66-69C6-47C1-B09C-4A520FBD242F}" type="pres">
      <dgm:prSet presAssocID="{E679725A-86E2-4808-ACF3-DF69CA4E8436}" presName="textRect" presStyleLbl="revTx" presStyleIdx="2" presStyleCnt="4">
        <dgm:presLayoutVars>
          <dgm:chMax val="1"/>
          <dgm:chPref val="1"/>
        </dgm:presLayoutVars>
      </dgm:prSet>
      <dgm:spPr/>
    </dgm:pt>
    <dgm:pt modelId="{C6189820-A8D7-4D75-97E0-7F89309905A5}" type="pres">
      <dgm:prSet presAssocID="{F4C0C101-9ED8-4870-9E4E-A38C359F348F}" presName="sibTrans" presStyleCnt="0"/>
      <dgm:spPr/>
    </dgm:pt>
    <dgm:pt modelId="{E34C5FE9-EE9C-4879-AF41-B4C2839DDAA6}" type="pres">
      <dgm:prSet presAssocID="{1E571F29-D889-42C1-83A4-51784A29C1F1}" presName="compNode" presStyleCnt="0"/>
      <dgm:spPr/>
    </dgm:pt>
    <dgm:pt modelId="{5F52B6D1-A825-441A-A525-73EDDCA1F034}" type="pres">
      <dgm:prSet presAssocID="{1E571F29-D889-42C1-83A4-51784A29C1F1}" presName="iconBgRect" presStyleLbl="bgShp" presStyleIdx="3" presStyleCnt="4"/>
      <dgm:spPr/>
    </dgm:pt>
    <dgm:pt modelId="{B38AFAB7-BA7A-4B96-8FBB-2E2BF48E581B}" type="pres">
      <dgm:prSet presAssocID="{1E571F29-D889-42C1-83A4-51784A29C1F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57312C6C-10CA-44B0-A526-73F61E535AC4}" type="pres">
      <dgm:prSet presAssocID="{1E571F29-D889-42C1-83A4-51784A29C1F1}" presName="spaceRect" presStyleCnt="0"/>
      <dgm:spPr/>
    </dgm:pt>
    <dgm:pt modelId="{57724AC3-7B7B-417C-BB40-738E4A7F5D9E}" type="pres">
      <dgm:prSet presAssocID="{1E571F29-D889-42C1-83A4-51784A29C1F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4FB9C03-B771-411F-8F3D-F126696C4A28}" srcId="{9B98D5E4-F8C7-4582-86D8-465DE3AD749F}" destId="{1E571F29-D889-42C1-83A4-51784A29C1F1}" srcOrd="3" destOrd="0" parTransId="{01D3ACCF-D076-4437-B3C5-CC601407C04A}" sibTransId="{0E414D8A-5F0F-4445-A446-2A3A0E02F584}"/>
    <dgm:cxn modelId="{A4FFB330-A22C-40BF-A8B2-23093427BECF}" type="presOf" srcId="{9B98D5E4-F8C7-4582-86D8-465DE3AD749F}" destId="{B1F77ADD-1B8F-4070-915E-989A5B1A66DC}" srcOrd="0" destOrd="0" presId="urn:microsoft.com/office/officeart/2018/5/layout/IconCircleLabelList"/>
    <dgm:cxn modelId="{4BDD9B32-7392-4E3C-A062-C8917144928C}" srcId="{9B98D5E4-F8C7-4582-86D8-465DE3AD749F}" destId="{E679725A-86E2-4808-ACF3-DF69CA4E8436}" srcOrd="2" destOrd="0" parTransId="{18083888-B581-4384-9911-A5512290F034}" sibTransId="{F4C0C101-9ED8-4870-9E4E-A38C359F348F}"/>
    <dgm:cxn modelId="{69C09E5C-43D6-4C8B-8C25-98C521E52D1A}" type="presOf" srcId="{1E571F29-D889-42C1-83A4-51784A29C1F1}" destId="{57724AC3-7B7B-417C-BB40-738E4A7F5D9E}" srcOrd="0" destOrd="0" presId="urn:microsoft.com/office/officeart/2018/5/layout/IconCircleLabelList"/>
    <dgm:cxn modelId="{387E1B46-5DF9-4958-B9A1-C69A722281B6}" srcId="{9B98D5E4-F8C7-4582-86D8-465DE3AD749F}" destId="{CF581B94-230F-45CE-A8F7-C1953B45DE54}" srcOrd="1" destOrd="0" parTransId="{DD5E70AA-4A76-4E8C-8EF3-C6B24A75A891}" sibTransId="{C332B3E9-2775-49BA-9EAB-DBE71BFAEB06}"/>
    <dgm:cxn modelId="{9F785E6A-B4CF-4D85-9AE6-7FCD75FD7C44}" type="presOf" srcId="{E679725A-86E2-4808-ACF3-DF69CA4E8436}" destId="{35DF5B66-69C6-47C1-B09C-4A520FBD242F}" srcOrd="0" destOrd="0" presId="urn:microsoft.com/office/officeart/2018/5/layout/IconCircleLabelList"/>
    <dgm:cxn modelId="{AD15BA7A-E165-4F87-B034-9E1F96819706}" type="presOf" srcId="{CF581B94-230F-45CE-A8F7-C1953B45DE54}" destId="{2503DB40-4BA3-42B5-B831-0F668B69308A}" srcOrd="0" destOrd="0" presId="urn:microsoft.com/office/officeart/2018/5/layout/IconCircleLabelList"/>
    <dgm:cxn modelId="{7E3D71BB-67D5-44FE-9466-150ABC3ED769}" srcId="{9B98D5E4-F8C7-4582-86D8-465DE3AD749F}" destId="{D926E5C9-1D1B-4EF5-9839-A77FDBA058C4}" srcOrd="0" destOrd="0" parTransId="{7DF3122F-9F0E-4C74-A27F-BB76A2450F32}" sibTransId="{15DFC25D-0C5B-49CA-B0BC-4BC361CE2276}"/>
    <dgm:cxn modelId="{0F76E7C1-5100-4471-9187-47A4DFDC8515}" type="presOf" srcId="{D926E5C9-1D1B-4EF5-9839-A77FDBA058C4}" destId="{EFCBB000-F59E-4551-B25B-F6DFA066680D}" srcOrd="0" destOrd="0" presId="urn:microsoft.com/office/officeart/2018/5/layout/IconCircleLabelList"/>
    <dgm:cxn modelId="{CE494602-13FE-4E8D-A915-AC2D8B81DDE2}" type="presParOf" srcId="{B1F77ADD-1B8F-4070-915E-989A5B1A66DC}" destId="{0CADEF71-CC49-4A8B-9F4E-1E870A10973F}" srcOrd="0" destOrd="0" presId="urn:microsoft.com/office/officeart/2018/5/layout/IconCircleLabelList"/>
    <dgm:cxn modelId="{F185411E-6A5E-49EB-9C0B-262CF3DA9899}" type="presParOf" srcId="{0CADEF71-CC49-4A8B-9F4E-1E870A10973F}" destId="{EF6121CA-6AF7-4BE7-959E-B3795D3980F9}" srcOrd="0" destOrd="0" presId="urn:microsoft.com/office/officeart/2018/5/layout/IconCircleLabelList"/>
    <dgm:cxn modelId="{D3B185F9-262E-43C1-8F13-0C04978F3C30}" type="presParOf" srcId="{0CADEF71-CC49-4A8B-9F4E-1E870A10973F}" destId="{FFED16CE-8D4D-40B7-91E6-FC47E618D0D3}" srcOrd="1" destOrd="0" presId="urn:microsoft.com/office/officeart/2018/5/layout/IconCircleLabelList"/>
    <dgm:cxn modelId="{DEC413B1-BC0F-4BD0-BA9B-1CFE4FCA6618}" type="presParOf" srcId="{0CADEF71-CC49-4A8B-9F4E-1E870A10973F}" destId="{EEC35307-D9BD-4809-8538-077BA3DB1248}" srcOrd="2" destOrd="0" presId="urn:microsoft.com/office/officeart/2018/5/layout/IconCircleLabelList"/>
    <dgm:cxn modelId="{B57EF36E-03C5-4A00-9BC3-52A022D4BAAA}" type="presParOf" srcId="{0CADEF71-CC49-4A8B-9F4E-1E870A10973F}" destId="{EFCBB000-F59E-4551-B25B-F6DFA066680D}" srcOrd="3" destOrd="0" presId="urn:microsoft.com/office/officeart/2018/5/layout/IconCircleLabelList"/>
    <dgm:cxn modelId="{2FE6F64A-D547-4114-B735-FCD4D5260E23}" type="presParOf" srcId="{B1F77ADD-1B8F-4070-915E-989A5B1A66DC}" destId="{8BE74F65-6870-4096-B147-DA9869829667}" srcOrd="1" destOrd="0" presId="urn:microsoft.com/office/officeart/2018/5/layout/IconCircleLabelList"/>
    <dgm:cxn modelId="{219F2692-A299-4F55-A56F-4CECA45EF833}" type="presParOf" srcId="{B1F77ADD-1B8F-4070-915E-989A5B1A66DC}" destId="{57383C4D-BD74-4F13-88DB-D68663AD076A}" srcOrd="2" destOrd="0" presId="urn:microsoft.com/office/officeart/2018/5/layout/IconCircleLabelList"/>
    <dgm:cxn modelId="{B2F0B4BB-1317-4CCE-9662-4A844F4B3C0A}" type="presParOf" srcId="{57383C4D-BD74-4F13-88DB-D68663AD076A}" destId="{F20EC287-5910-4B16-87AD-94C16CA46517}" srcOrd="0" destOrd="0" presId="urn:microsoft.com/office/officeart/2018/5/layout/IconCircleLabelList"/>
    <dgm:cxn modelId="{72A195A0-19F8-4951-9114-85AF17197246}" type="presParOf" srcId="{57383C4D-BD74-4F13-88DB-D68663AD076A}" destId="{DA9121B8-41FC-4484-B2FD-D2A0B0070392}" srcOrd="1" destOrd="0" presId="urn:microsoft.com/office/officeart/2018/5/layout/IconCircleLabelList"/>
    <dgm:cxn modelId="{962F6654-7546-4500-987D-397FA7C97FFB}" type="presParOf" srcId="{57383C4D-BD74-4F13-88DB-D68663AD076A}" destId="{9F0FE50D-55DC-4947-A4CC-E0EF27951D5F}" srcOrd="2" destOrd="0" presId="urn:microsoft.com/office/officeart/2018/5/layout/IconCircleLabelList"/>
    <dgm:cxn modelId="{3C0D7210-E82D-4950-AC45-965C65C1F9E2}" type="presParOf" srcId="{57383C4D-BD74-4F13-88DB-D68663AD076A}" destId="{2503DB40-4BA3-42B5-B831-0F668B69308A}" srcOrd="3" destOrd="0" presId="urn:microsoft.com/office/officeart/2018/5/layout/IconCircleLabelList"/>
    <dgm:cxn modelId="{A7428FBE-EAC9-4017-B914-80D921E10386}" type="presParOf" srcId="{B1F77ADD-1B8F-4070-915E-989A5B1A66DC}" destId="{90CF1BC1-74CE-4FB7-BB39-DDECD5E92CBF}" srcOrd="3" destOrd="0" presId="urn:microsoft.com/office/officeart/2018/5/layout/IconCircleLabelList"/>
    <dgm:cxn modelId="{ED9CCAC6-3903-44F2-9328-B3C9009A8F2C}" type="presParOf" srcId="{B1F77ADD-1B8F-4070-915E-989A5B1A66DC}" destId="{FF41B038-C5B6-4662-9F3A-0E415E2F03E7}" srcOrd="4" destOrd="0" presId="urn:microsoft.com/office/officeart/2018/5/layout/IconCircleLabelList"/>
    <dgm:cxn modelId="{6D8EE40F-98E1-4DA3-BA3E-4B02A401C663}" type="presParOf" srcId="{FF41B038-C5B6-4662-9F3A-0E415E2F03E7}" destId="{375FD161-D8C8-49B8-A662-2FD956B8905C}" srcOrd="0" destOrd="0" presId="urn:microsoft.com/office/officeart/2018/5/layout/IconCircleLabelList"/>
    <dgm:cxn modelId="{12F52143-3EA8-406C-8C5F-690B40D49904}" type="presParOf" srcId="{FF41B038-C5B6-4662-9F3A-0E415E2F03E7}" destId="{556F924D-E658-471F-B876-34A04E23855F}" srcOrd="1" destOrd="0" presId="urn:microsoft.com/office/officeart/2018/5/layout/IconCircleLabelList"/>
    <dgm:cxn modelId="{83453FCA-60F9-4447-A384-25972A860123}" type="presParOf" srcId="{FF41B038-C5B6-4662-9F3A-0E415E2F03E7}" destId="{A231BA91-3666-43E8-BE4A-52F28EC8E115}" srcOrd="2" destOrd="0" presId="urn:microsoft.com/office/officeart/2018/5/layout/IconCircleLabelList"/>
    <dgm:cxn modelId="{9AC04EBD-ABFB-425F-8B5F-7C2D12CC2863}" type="presParOf" srcId="{FF41B038-C5B6-4662-9F3A-0E415E2F03E7}" destId="{35DF5B66-69C6-47C1-B09C-4A520FBD242F}" srcOrd="3" destOrd="0" presId="urn:microsoft.com/office/officeart/2018/5/layout/IconCircleLabelList"/>
    <dgm:cxn modelId="{C85B6096-D1C7-43B0-80E7-4B09297ED130}" type="presParOf" srcId="{B1F77ADD-1B8F-4070-915E-989A5B1A66DC}" destId="{C6189820-A8D7-4D75-97E0-7F89309905A5}" srcOrd="5" destOrd="0" presId="urn:microsoft.com/office/officeart/2018/5/layout/IconCircleLabelList"/>
    <dgm:cxn modelId="{27CFAA73-5535-401A-AD51-E8F586D4B237}" type="presParOf" srcId="{B1F77ADD-1B8F-4070-915E-989A5B1A66DC}" destId="{E34C5FE9-EE9C-4879-AF41-B4C2839DDAA6}" srcOrd="6" destOrd="0" presId="urn:microsoft.com/office/officeart/2018/5/layout/IconCircleLabelList"/>
    <dgm:cxn modelId="{5FA44EEF-027D-4574-8B94-B13ECAE6970D}" type="presParOf" srcId="{E34C5FE9-EE9C-4879-AF41-B4C2839DDAA6}" destId="{5F52B6D1-A825-441A-A525-73EDDCA1F034}" srcOrd="0" destOrd="0" presId="urn:microsoft.com/office/officeart/2018/5/layout/IconCircleLabelList"/>
    <dgm:cxn modelId="{A8692F07-E92A-4FA8-9CA0-7E8CD0214A76}" type="presParOf" srcId="{E34C5FE9-EE9C-4879-AF41-B4C2839DDAA6}" destId="{B38AFAB7-BA7A-4B96-8FBB-2E2BF48E581B}" srcOrd="1" destOrd="0" presId="urn:microsoft.com/office/officeart/2018/5/layout/IconCircleLabelList"/>
    <dgm:cxn modelId="{77A30DE0-4A10-4DF0-A6AC-DB7D56552102}" type="presParOf" srcId="{E34C5FE9-EE9C-4879-AF41-B4C2839DDAA6}" destId="{57312C6C-10CA-44B0-A526-73F61E535AC4}" srcOrd="2" destOrd="0" presId="urn:microsoft.com/office/officeart/2018/5/layout/IconCircleLabelList"/>
    <dgm:cxn modelId="{C02B0ECC-1041-41D5-A79B-A0B8AC42D1E8}" type="presParOf" srcId="{E34C5FE9-EE9C-4879-AF41-B4C2839DDAA6}" destId="{57724AC3-7B7B-417C-BB40-738E4A7F5D9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B526B4-3214-446A-82F7-C7B09F6E57D4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4EF5ED06-E1CE-4C5B-81C3-9E05D00010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Cost Efficiency </a:t>
          </a:r>
        </a:p>
      </dgm:t>
    </dgm:pt>
    <dgm:pt modelId="{19A7975E-6828-4D96-833D-95589C110B0D}" type="parTrans" cxnId="{534F18F9-8F95-43FD-AB2D-BB5DE960391A}">
      <dgm:prSet/>
      <dgm:spPr/>
      <dgm:t>
        <a:bodyPr/>
        <a:lstStyle/>
        <a:p>
          <a:endParaRPr lang="en-US"/>
        </a:p>
      </dgm:t>
    </dgm:pt>
    <dgm:pt modelId="{6F035291-A4EF-4B73-85D1-65CAFFEA9FB5}" type="sibTrans" cxnId="{534F18F9-8F95-43FD-AB2D-BB5DE960391A}">
      <dgm:prSet/>
      <dgm:spPr/>
      <dgm:t>
        <a:bodyPr/>
        <a:lstStyle/>
        <a:p>
          <a:endParaRPr lang="en-US"/>
        </a:p>
      </dgm:t>
    </dgm:pt>
    <dgm:pt modelId="{F4B0A7E7-AA1F-48B8-84DB-B7BBE38447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Application can Scale Without Additional cost.</a:t>
          </a:r>
        </a:p>
        <a:p>
          <a:pPr>
            <a:lnSpc>
              <a:spcPct val="100000"/>
            </a:lnSpc>
          </a:pPr>
          <a:r>
            <a:rPr lang="en-US" dirty="0"/>
            <a:t>No Complex Contracting process.</a:t>
          </a:r>
        </a:p>
      </dgm:t>
    </dgm:pt>
    <dgm:pt modelId="{6079282D-A4EA-47E2-A62F-F0540A6C20E1}" type="parTrans" cxnId="{355BA8D3-1CB0-44C1-8F06-C2026EA37E0D}">
      <dgm:prSet/>
      <dgm:spPr/>
      <dgm:t>
        <a:bodyPr/>
        <a:lstStyle/>
        <a:p>
          <a:endParaRPr lang="en-US"/>
        </a:p>
      </dgm:t>
    </dgm:pt>
    <dgm:pt modelId="{0FBDC373-B195-4AA1-9044-513CBF32094F}" type="sibTrans" cxnId="{355BA8D3-1CB0-44C1-8F06-C2026EA37E0D}">
      <dgm:prSet/>
      <dgm:spPr/>
      <dgm:t>
        <a:bodyPr/>
        <a:lstStyle/>
        <a:p>
          <a:endParaRPr lang="en-US"/>
        </a:p>
      </dgm:t>
    </dgm:pt>
    <dgm:pt modelId="{99988031-E86B-42D4-8065-8DACDC50F8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Ease of Use Saves Time.</a:t>
          </a:r>
        </a:p>
      </dgm:t>
    </dgm:pt>
    <dgm:pt modelId="{4995784A-13B3-4C4C-9A54-C9DDF2BEE848}" type="parTrans" cxnId="{31D91645-82D5-405F-AAED-1DECF46880DA}">
      <dgm:prSet/>
      <dgm:spPr/>
      <dgm:t>
        <a:bodyPr/>
        <a:lstStyle/>
        <a:p>
          <a:endParaRPr lang="en-US"/>
        </a:p>
      </dgm:t>
    </dgm:pt>
    <dgm:pt modelId="{383D8C7A-08EB-4556-8750-9558FBCA6671}" type="sibTrans" cxnId="{31D91645-82D5-405F-AAED-1DECF46880DA}">
      <dgm:prSet/>
      <dgm:spPr/>
      <dgm:t>
        <a:bodyPr/>
        <a:lstStyle/>
        <a:p>
          <a:endParaRPr lang="en-US"/>
        </a:p>
      </dgm:t>
    </dgm:pt>
    <dgm:pt modelId="{04C8D31E-0CD0-467F-AA69-0BA013D0B09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Enhanced Downtime Tracking</a:t>
          </a:r>
        </a:p>
      </dgm:t>
    </dgm:pt>
    <dgm:pt modelId="{13E7C089-B48D-48B6-942A-01256BC50259}" type="parTrans" cxnId="{0FAB3109-6CE9-4FA6-934F-ABEBE846D5A6}">
      <dgm:prSet/>
      <dgm:spPr/>
      <dgm:t>
        <a:bodyPr/>
        <a:lstStyle/>
        <a:p>
          <a:endParaRPr lang="en-US"/>
        </a:p>
      </dgm:t>
    </dgm:pt>
    <dgm:pt modelId="{64FC1850-D147-4A14-B194-B73A67CA1319}" type="sibTrans" cxnId="{0FAB3109-6CE9-4FA6-934F-ABEBE846D5A6}">
      <dgm:prSet/>
      <dgm:spPr/>
      <dgm:t>
        <a:bodyPr/>
        <a:lstStyle/>
        <a:p>
          <a:endParaRPr lang="en-US"/>
        </a:p>
      </dgm:t>
    </dgm:pt>
    <dgm:pt modelId="{645E1F60-9302-4A94-AB5E-27371D340A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Multiple Columns to track Capability Limitations, Limitation Types, Lost Time and Blockers.</a:t>
          </a: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endParaRPr lang="en-US" dirty="0"/>
        </a:p>
      </dgm:t>
    </dgm:pt>
    <dgm:pt modelId="{7E55A736-9C41-4C2B-875F-1E58C303A601}" type="parTrans" cxnId="{0BA523B4-8F1E-4A68-B6A8-40F1F48C2ACC}">
      <dgm:prSet/>
      <dgm:spPr/>
      <dgm:t>
        <a:bodyPr/>
        <a:lstStyle/>
        <a:p>
          <a:endParaRPr lang="en-US"/>
        </a:p>
      </dgm:t>
    </dgm:pt>
    <dgm:pt modelId="{2E6FEBDD-EDDE-45AD-B3C9-76615976EB18}" type="sibTrans" cxnId="{0BA523B4-8F1E-4A68-B6A8-40F1F48C2ACC}">
      <dgm:prSet/>
      <dgm:spPr/>
      <dgm:t>
        <a:bodyPr/>
        <a:lstStyle/>
        <a:p>
          <a:endParaRPr lang="en-US"/>
        </a:p>
      </dgm:t>
    </dgm:pt>
    <dgm:pt modelId="{FB38EA0D-41B8-49F1-8AF3-F52170B7242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Event Based Tracking</a:t>
          </a:r>
        </a:p>
      </dgm:t>
    </dgm:pt>
    <dgm:pt modelId="{F444E1A8-0EA6-429E-998D-4F7849DBDD10}" type="parTrans" cxnId="{5166D34F-A13A-434E-8613-DDF667A4BBC4}">
      <dgm:prSet/>
      <dgm:spPr/>
      <dgm:t>
        <a:bodyPr/>
        <a:lstStyle/>
        <a:p>
          <a:endParaRPr lang="en-US"/>
        </a:p>
      </dgm:t>
    </dgm:pt>
    <dgm:pt modelId="{5E5236E2-F80C-429F-A74C-F35A03976EB8}" type="sibTrans" cxnId="{5166D34F-A13A-434E-8613-DDF667A4BBC4}">
      <dgm:prSet/>
      <dgm:spPr/>
      <dgm:t>
        <a:bodyPr/>
        <a:lstStyle/>
        <a:p>
          <a:endParaRPr lang="en-US"/>
        </a:p>
      </dgm:t>
    </dgm:pt>
    <dgm:pt modelId="{32E8241A-C62E-4B9F-A964-A9FC75D1CC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Every Maintenance Activity, Dispatch, and Configuration Change </a:t>
          </a:r>
          <a:r>
            <a:rPr lang="en-US" b="1" u="sng" dirty="0"/>
            <a:t>Tells a Story</a:t>
          </a:r>
          <a:r>
            <a:rPr lang="en-US" dirty="0"/>
            <a:t>.</a:t>
          </a:r>
        </a:p>
      </dgm:t>
    </dgm:pt>
    <dgm:pt modelId="{0D89D65A-2081-4348-A5D0-37367B60D1A2}" type="parTrans" cxnId="{48524485-6AFF-47E1-9E12-46F60679A367}">
      <dgm:prSet/>
      <dgm:spPr/>
      <dgm:t>
        <a:bodyPr/>
        <a:lstStyle/>
        <a:p>
          <a:endParaRPr lang="en-US"/>
        </a:p>
      </dgm:t>
    </dgm:pt>
    <dgm:pt modelId="{9E4486BE-F08B-4746-AC50-C1D87220BE39}" type="sibTrans" cxnId="{48524485-6AFF-47E1-9E12-46F60679A367}">
      <dgm:prSet/>
      <dgm:spPr/>
      <dgm:t>
        <a:bodyPr/>
        <a:lstStyle/>
        <a:p>
          <a:endParaRPr lang="en-US"/>
        </a:p>
      </dgm:t>
    </dgm:pt>
    <dgm:pt modelId="{D0202980-B50E-4545-A7C6-150D8D000A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 a glance information to make decisions.</a:t>
          </a:r>
        </a:p>
      </dgm:t>
    </dgm:pt>
    <dgm:pt modelId="{E68BBEE2-FDD4-41DA-AC18-3DDD45C57708}" type="parTrans" cxnId="{1F23587E-A514-4460-9BB5-3D983317E7E9}">
      <dgm:prSet/>
      <dgm:spPr/>
      <dgm:t>
        <a:bodyPr/>
        <a:lstStyle/>
        <a:p>
          <a:endParaRPr lang="en-US"/>
        </a:p>
      </dgm:t>
    </dgm:pt>
    <dgm:pt modelId="{7A00204F-64A7-4A6B-9115-65191EB542A7}" type="sibTrans" cxnId="{1F23587E-A514-4460-9BB5-3D983317E7E9}">
      <dgm:prSet/>
      <dgm:spPr/>
      <dgm:t>
        <a:bodyPr/>
        <a:lstStyle/>
        <a:p>
          <a:endParaRPr lang="en-US"/>
        </a:p>
      </dgm:t>
    </dgm:pt>
    <dgm:pt modelId="{B6CA9E0D-74B2-4E53-8FC1-5103E8400F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Better accountability tracking via comments.</a:t>
          </a:r>
        </a:p>
      </dgm:t>
    </dgm:pt>
    <dgm:pt modelId="{78E4EE12-FFA4-4DC8-B815-232061B32883}" type="parTrans" cxnId="{75A19279-182C-4280-9E4B-EDDD94D1D56A}">
      <dgm:prSet/>
      <dgm:spPr/>
      <dgm:t>
        <a:bodyPr/>
        <a:lstStyle/>
        <a:p>
          <a:endParaRPr lang="en-US"/>
        </a:p>
      </dgm:t>
    </dgm:pt>
    <dgm:pt modelId="{AD65994B-7F4E-4C4D-9FB7-14A6C0AA4E31}" type="sibTrans" cxnId="{75A19279-182C-4280-9E4B-EDDD94D1D56A}">
      <dgm:prSet/>
      <dgm:spPr/>
      <dgm:t>
        <a:bodyPr/>
        <a:lstStyle/>
        <a:p>
          <a:endParaRPr lang="en-US"/>
        </a:p>
      </dgm:t>
    </dgm:pt>
    <dgm:pt modelId="{7F563155-662A-4FCE-A5E3-88F75FEC8E70}" type="pres">
      <dgm:prSet presAssocID="{B5B526B4-3214-446A-82F7-C7B09F6E57D4}" presName="root" presStyleCnt="0">
        <dgm:presLayoutVars>
          <dgm:dir/>
          <dgm:resizeHandles val="exact"/>
        </dgm:presLayoutVars>
      </dgm:prSet>
      <dgm:spPr/>
    </dgm:pt>
    <dgm:pt modelId="{5A692A11-EDCF-4E40-BE14-7957A765CC1B}" type="pres">
      <dgm:prSet presAssocID="{4EF5ED06-E1CE-4C5B-81C3-9E05D0001005}" presName="compNode" presStyleCnt="0"/>
      <dgm:spPr/>
    </dgm:pt>
    <dgm:pt modelId="{F3456CFF-9A41-4E13-B260-4FA427FDAABF}" type="pres">
      <dgm:prSet presAssocID="{4EF5ED06-E1CE-4C5B-81C3-9E05D000100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10D418D-FEB7-4307-AFC6-8A14E051AABF}" type="pres">
      <dgm:prSet presAssocID="{4EF5ED06-E1CE-4C5B-81C3-9E05D0001005}" presName="iconSpace" presStyleCnt="0"/>
      <dgm:spPr/>
    </dgm:pt>
    <dgm:pt modelId="{4AB3952B-24F1-44FF-BC82-1ADDD7936C69}" type="pres">
      <dgm:prSet presAssocID="{4EF5ED06-E1CE-4C5B-81C3-9E05D0001005}" presName="parTx" presStyleLbl="revTx" presStyleIdx="0" presStyleCnt="6">
        <dgm:presLayoutVars>
          <dgm:chMax val="0"/>
          <dgm:chPref val="0"/>
        </dgm:presLayoutVars>
      </dgm:prSet>
      <dgm:spPr/>
    </dgm:pt>
    <dgm:pt modelId="{E503E656-A3D6-432A-B317-BC5C6CD1B491}" type="pres">
      <dgm:prSet presAssocID="{4EF5ED06-E1CE-4C5B-81C3-9E05D0001005}" presName="txSpace" presStyleCnt="0"/>
      <dgm:spPr/>
    </dgm:pt>
    <dgm:pt modelId="{108F3937-A832-4BEF-920D-D22F780DFEB5}" type="pres">
      <dgm:prSet presAssocID="{4EF5ED06-E1CE-4C5B-81C3-9E05D0001005}" presName="desTx" presStyleLbl="revTx" presStyleIdx="1" presStyleCnt="6">
        <dgm:presLayoutVars/>
      </dgm:prSet>
      <dgm:spPr/>
    </dgm:pt>
    <dgm:pt modelId="{44B9960C-3444-4DA4-928E-76DADBE461BC}" type="pres">
      <dgm:prSet presAssocID="{6F035291-A4EF-4B73-85D1-65CAFFEA9FB5}" presName="sibTrans" presStyleCnt="0"/>
      <dgm:spPr/>
    </dgm:pt>
    <dgm:pt modelId="{1F03A50E-BF82-49AD-9226-025833E30CDD}" type="pres">
      <dgm:prSet presAssocID="{FB38EA0D-41B8-49F1-8AF3-F52170B7242A}" presName="compNode" presStyleCnt="0"/>
      <dgm:spPr/>
    </dgm:pt>
    <dgm:pt modelId="{62AD9018-2B82-487B-BCD4-E0D5CE973022}" type="pres">
      <dgm:prSet presAssocID="{FB38EA0D-41B8-49F1-8AF3-F52170B7242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C938D32-6AD7-40EE-B5A9-52100FA687FF}" type="pres">
      <dgm:prSet presAssocID="{FB38EA0D-41B8-49F1-8AF3-F52170B7242A}" presName="iconSpace" presStyleCnt="0"/>
      <dgm:spPr/>
    </dgm:pt>
    <dgm:pt modelId="{EACBFA2F-7037-4237-A4AE-EE3CFFC13D75}" type="pres">
      <dgm:prSet presAssocID="{FB38EA0D-41B8-49F1-8AF3-F52170B7242A}" presName="parTx" presStyleLbl="revTx" presStyleIdx="2" presStyleCnt="6">
        <dgm:presLayoutVars>
          <dgm:chMax val="0"/>
          <dgm:chPref val="0"/>
        </dgm:presLayoutVars>
      </dgm:prSet>
      <dgm:spPr/>
    </dgm:pt>
    <dgm:pt modelId="{6E472220-CD74-4752-A212-C9CDCA334F08}" type="pres">
      <dgm:prSet presAssocID="{FB38EA0D-41B8-49F1-8AF3-F52170B7242A}" presName="txSpace" presStyleCnt="0"/>
      <dgm:spPr/>
    </dgm:pt>
    <dgm:pt modelId="{4EB61FA2-343F-4A4D-A511-490636AC3FD1}" type="pres">
      <dgm:prSet presAssocID="{FB38EA0D-41B8-49F1-8AF3-F52170B7242A}" presName="desTx" presStyleLbl="revTx" presStyleIdx="3" presStyleCnt="6">
        <dgm:presLayoutVars/>
      </dgm:prSet>
      <dgm:spPr/>
    </dgm:pt>
    <dgm:pt modelId="{01C1C12A-EDCE-4DE9-95A2-A3319E08060C}" type="pres">
      <dgm:prSet presAssocID="{5E5236E2-F80C-429F-A74C-F35A03976EB8}" presName="sibTrans" presStyleCnt="0"/>
      <dgm:spPr/>
    </dgm:pt>
    <dgm:pt modelId="{5C05FE03-3134-476F-A4BD-6810A9643CF5}" type="pres">
      <dgm:prSet presAssocID="{04C8D31E-0CD0-467F-AA69-0BA013D0B096}" presName="compNode" presStyleCnt="0"/>
      <dgm:spPr/>
    </dgm:pt>
    <dgm:pt modelId="{8728B5F5-879E-4D35-926B-D2D6CA1A2458}" type="pres">
      <dgm:prSet presAssocID="{04C8D31E-0CD0-467F-AA69-0BA013D0B09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B0ECA95-64D9-45DB-9926-9A98FED4C930}" type="pres">
      <dgm:prSet presAssocID="{04C8D31E-0CD0-467F-AA69-0BA013D0B096}" presName="iconSpace" presStyleCnt="0"/>
      <dgm:spPr/>
    </dgm:pt>
    <dgm:pt modelId="{33C8641D-173D-43CA-9659-7A6B09665B82}" type="pres">
      <dgm:prSet presAssocID="{04C8D31E-0CD0-467F-AA69-0BA013D0B096}" presName="parTx" presStyleLbl="revTx" presStyleIdx="4" presStyleCnt="6">
        <dgm:presLayoutVars>
          <dgm:chMax val="0"/>
          <dgm:chPref val="0"/>
        </dgm:presLayoutVars>
      </dgm:prSet>
      <dgm:spPr/>
    </dgm:pt>
    <dgm:pt modelId="{A81A08E4-35B7-4251-AE8D-4EB0DA909C03}" type="pres">
      <dgm:prSet presAssocID="{04C8D31E-0CD0-467F-AA69-0BA013D0B096}" presName="txSpace" presStyleCnt="0"/>
      <dgm:spPr/>
    </dgm:pt>
    <dgm:pt modelId="{526F5DA8-0FBA-477C-AFB6-58201F935FA8}" type="pres">
      <dgm:prSet presAssocID="{04C8D31E-0CD0-467F-AA69-0BA013D0B096}" presName="desTx" presStyleLbl="revTx" presStyleIdx="5" presStyleCnt="6">
        <dgm:presLayoutVars/>
      </dgm:prSet>
      <dgm:spPr/>
    </dgm:pt>
  </dgm:ptLst>
  <dgm:cxnLst>
    <dgm:cxn modelId="{0FAB3109-6CE9-4FA6-934F-ABEBE846D5A6}" srcId="{B5B526B4-3214-446A-82F7-C7B09F6E57D4}" destId="{04C8D31E-0CD0-467F-AA69-0BA013D0B096}" srcOrd="2" destOrd="0" parTransId="{13E7C089-B48D-48B6-942A-01256BC50259}" sibTransId="{64FC1850-D147-4A14-B194-B73A67CA1319}"/>
    <dgm:cxn modelId="{4EFB4128-B133-4D92-9E14-AAF0B058626B}" type="presOf" srcId="{B5B526B4-3214-446A-82F7-C7B09F6E57D4}" destId="{7F563155-662A-4FCE-A5E3-88F75FEC8E70}" srcOrd="0" destOrd="0" presId="urn:microsoft.com/office/officeart/2018/2/layout/IconLabelDescriptionList"/>
    <dgm:cxn modelId="{77047E3B-3991-4860-9176-4022ABD9AFF3}" type="presOf" srcId="{B6CA9E0D-74B2-4E53-8FC1-5103E8400F6B}" destId="{4EB61FA2-343F-4A4D-A511-490636AC3FD1}" srcOrd="0" destOrd="2" presId="urn:microsoft.com/office/officeart/2018/2/layout/IconLabelDescriptionList"/>
    <dgm:cxn modelId="{FA42595D-85AD-4C22-8E47-D6640D7EE3AA}" type="presOf" srcId="{D0202980-B50E-4545-A7C6-150D8D000A5F}" destId="{4EB61FA2-343F-4A4D-A511-490636AC3FD1}" srcOrd="0" destOrd="1" presId="urn:microsoft.com/office/officeart/2018/2/layout/IconLabelDescriptionList"/>
    <dgm:cxn modelId="{31D91645-82D5-405F-AAED-1DECF46880DA}" srcId="{4EF5ED06-E1CE-4C5B-81C3-9E05D0001005}" destId="{99988031-E86B-42D4-8065-8DACDC50F88E}" srcOrd="1" destOrd="0" parTransId="{4995784A-13B3-4C4C-9A54-C9DDF2BEE848}" sibTransId="{383D8C7A-08EB-4556-8750-9558FBCA6671}"/>
    <dgm:cxn modelId="{5166D34F-A13A-434E-8613-DDF667A4BBC4}" srcId="{B5B526B4-3214-446A-82F7-C7B09F6E57D4}" destId="{FB38EA0D-41B8-49F1-8AF3-F52170B7242A}" srcOrd="1" destOrd="0" parTransId="{F444E1A8-0EA6-429E-998D-4F7849DBDD10}" sibTransId="{5E5236E2-F80C-429F-A74C-F35A03976EB8}"/>
    <dgm:cxn modelId="{CA976C71-4492-4DA8-B487-A94281FFEFF8}" type="presOf" srcId="{645E1F60-9302-4A94-AB5E-27371D340A75}" destId="{526F5DA8-0FBA-477C-AFB6-58201F935FA8}" srcOrd="0" destOrd="0" presId="urn:microsoft.com/office/officeart/2018/2/layout/IconLabelDescriptionList"/>
    <dgm:cxn modelId="{428AC574-F2CE-4CC4-8DAF-3AF0BDBD38F1}" type="presOf" srcId="{F4B0A7E7-AA1F-48B8-84DB-B7BBE38447DD}" destId="{108F3937-A832-4BEF-920D-D22F780DFEB5}" srcOrd="0" destOrd="0" presId="urn:microsoft.com/office/officeart/2018/2/layout/IconLabelDescriptionList"/>
    <dgm:cxn modelId="{75A19279-182C-4280-9E4B-EDDD94D1D56A}" srcId="{FB38EA0D-41B8-49F1-8AF3-F52170B7242A}" destId="{B6CA9E0D-74B2-4E53-8FC1-5103E8400F6B}" srcOrd="2" destOrd="0" parTransId="{78E4EE12-FFA4-4DC8-B815-232061B32883}" sibTransId="{AD65994B-7F4E-4C4D-9FB7-14A6C0AA4E31}"/>
    <dgm:cxn modelId="{1F23587E-A514-4460-9BB5-3D983317E7E9}" srcId="{FB38EA0D-41B8-49F1-8AF3-F52170B7242A}" destId="{D0202980-B50E-4545-A7C6-150D8D000A5F}" srcOrd="1" destOrd="0" parTransId="{E68BBEE2-FDD4-41DA-AC18-3DDD45C57708}" sibTransId="{7A00204F-64A7-4A6B-9115-65191EB542A7}"/>
    <dgm:cxn modelId="{48524485-6AFF-47E1-9E12-46F60679A367}" srcId="{FB38EA0D-41B8-49F1-8AF3-F52170B7242A}" destId="{32E8241A-C62E-4B9F-A964-A9FC75D1CC14}" srcOrd="0" destOrd="0" parTransId="{0D89D65A-2081-4348-A5D0-37367B60D1A2}" sibTransId="{9E4486BE-F08B-4746-AC50-C1D87220BE39}"/>
    <dgm:cxn modelId="{80A3E487-012B-4399-953C-DE6B6018D5A1}" type="presOf" srcId="{4EF5ED06-E1CE-4C5B-81C3-9E05D0001005}" destId="{4AB3952B-24F1-44FF-BC82-1ADDD7936C69}" srcOrd="0" destOrd="0" presId="urn:microsoft.com/office/officeart/2018/2/layout/IconLabelDescriptionList"/>
    <dgm:cxn modelId="{ACC9528A-D6BF-4D16-AF9A-8EF5A95C9472}" type="presOf" srcId="{FB38EA0D-41B8-49F1-8AF3-F52170B7242A}" destId="{EACBFA2F-7037-4237-A4AE-EE3CFFC13D75}" srcOrd="0" destOrd="0" presId="urn:microsoft.com/office/officeart/2018/2/layout/IconLabelDescriptionList"/>
    <dgm:cxn modelId="{0BA523B4-8F1E-4A68-B6A8-40F1F48C2ACC}" srcId="{04C8D31E-0CD0-467F-AA69-0BA013D0B096}" destId="{645E1F60-9302-4A94-AB5E-27371D340A75}" srcOrd="0" destOrd="0" parTransId="{7E55A736-9C41-4C2B-875F-1E58C303A601}" sibTransId="{2E6FEBDD-EDDE-45AD-B3C9-76615976EB18}"/>
    <dgm:cxn modelId="{355BA8D3-1CB0-44C1-8F06-C2026EA37E0D}" srcId="{4EF5ED06-E1CE-4C5B-81C3-9E05D0001005}" destId="{F4B0A7E7-AA1F-48B8-84DB-B7BBE38447DD}" srcOrd="0" destOrd="0" parTransId="{6079282D-A4EA-47E2-A62F-F0540A6C20E1}" sibTransId="{0FBDC373-B195-4AA1-9044-513CBF32094F}"/>
    <dgm:cxn modelId="{D35886E1-E42F-47C8-B3A4-C7CFD9EBA850}" type="presOf" srcId="{04C8D31E-0CD0-467F-AA69-0BA013D0B096}" destId="{33C8641D-173D-43CA-9659-7A6B09665B82}" srcOrd="0" destOrd="0" presId="urn:microsoft.com/office/officeart/2018/2/layout/IconLabelDescriptionList"/>
    <dgm:cxn modelId="{2302A1EA-9FC6-4E33-BB3E-F924308A6B84}" type="presOf" srcId="{32E8241A-C62E-4B9F-A964-A9FC75D1CC14}" destId="{4EB61FA2-343F-4A4D-A511-490636AC3FD1}" srcOrd="0" destOrd="0" presId="urn:microsoft.com/office/officeart/2018/2/layout/IconLabelDescriptionList"/>
    <dgm:cxn modelId="{534F18F9-8F95-43FD-AB2D-BB5DE960391A}" srcId="{B5B526B4-3214-446A-82F7-C7B09F6E57D4}" destId="{4EF5ED06-E1CE-4C5B-81C3-9E05D0001005}" srcOrd="0" destOrd="0" parTransId="{19A7975E-6828-4D96-833D-95589C110B0D}" sibTransId="{6F035291-A4EF-4B73-85D1-65CAFFEA9FB5}"/>
    <dgm:cxn modelId="{348D45FF-5BB4-4F9C-9291-BC5BD6C30F6A}" type="presOf" srcId="{99988031-E86B-42D4-8065-8DACDC50F88E}" destId="{108F3937-A832-4BEF-920D-D22F780DFEB5}" srcOrd="0" destOrd="1" presId="urn:microsoft.com/office/officeart/2018/2/layout/IconLabelDescriptionList"/>
    <dgm:cxn modelId="{4F5601C0-3158-4F64-8620-800C3E2F6A6D}" type="presParOf" srcId="{7F563155-662A-4FCE-A5E3-88F75FEC8E70}" destId="{5A692A11-EDCF-4E40-BE14-7957A765CC1B}" srcOrd="0" destOrd="0" presId="urn:microsoft.com/office/officeart/2018/2/layout/IconLabelDescriptionList"/>
    <dgm:cxn modelId="{AA5601F6-96D5-47F7-A576-79234448AADC}" type="presParOf" srcId="{5A692A11-EDCF-4E40-BE14-7957A765CC1B}" destId="{F3456CFF-9A41-4E13-B260-4FA427FDAABF}" srcOrd="0" destOrd="0" presId="urn:microsoft.com/office/officeart/2018/2/layout/IconLabelDescriptionList"/>
    <dgm:cxn modelId="{8CE39AA8-E2E8-491F-B574-4CB09B80B414}" type="presParOf" srcId="{5A692A11-EDCF-4E40-BE14-7957A765CC1B}" destId="{C10D418D-FEB7-4307-AFC6-8A14E051AABF}" srcOrd="1" destOrd="0" presId="urn:microsoft.com/office/officeart/2018/2/layout/IconLabelDescriptionList"/>
    <dgm:cxn modelId="{194E74CA-37A2-454C-869E-9BC4AD1A1391}" type="presParOf" srcId="{5A692A11-EDCF-4E40-BE14-7957A765CC1B}" destId="{4AB3952B-24F1-44FF-BC82-1ADDD7936C69}" srcOrd="2" destOrd="0" presId="urn:microsoft.com/office/officeart/2018/2/layout/IconLabelDescriptionList"/>
    <dgm:cxn modelId="{D9413065-CBFF-44E5-9CBA-1241240B602F}" type="presParOf" srcId="{5A692A11-EDCF-4E40-BE14-7957A765CC1B}" destId="{E503E656-A3D6-432A-B317-BC5C6CD1B491}" srcOrd="3" destOrd="0" presId="urn:microsoft.com/office/officeart/2018/2/layout/IconLabelDescriptionList"/>
    <dgm:cxn modelId="{49F9B000-CD9A-40CC-B54C-0B1805C40D7F}" type="presParOf" srcId="{5A692A11-EDCF-4E40-BE14-7957A765CC1B}" destId="{108F3937-A832-4BEF-920D-D22F780DFEB5}" srcOrd="4" destOrd="0" presId="urn:microsoft.com/office/officeart/2018/2/layout/IconLabelDescriptionList"/>
    <dgm:cxn modelId="{DBC2B542-0251-4805-9690-9376D751F692}" type="presParOf" srcId="{7F563155-662A-4FCE-A5E3-88F75FEC8E70}" destId="{44B9960C-3444-4DA4-928E-76DADBE461BC}" srcOrd="1" destOrd="0" presId="urn:microsoft.com/office/officeart/2018/2/layout/IconLabelDescriptionList"/>
    <dgm:cxn modelId="{67FDD602-08D4-40A3-B743-95734183ECEE}" type="presParOf" srcId="{7F563155-662A-4FCE-A5E3-88F75FEC8E70}" destId="{1F03A50E-BF82-49AD-9226-025833E30CDD}" srcOrd="2" destOrd="0" presId="urn:microsoft.com/office/officeart/2018/2/layout/IconLabelDescriptionList"/>
    <dgm:cxn modelId="{C631FD09-C443-4F04-8E85-E087B5605CB8}" type="presParOf" srcId="{1F03A50E-BF82-49AD-9226-025833E30CDD}" destId="{62AD9018-2B82-487B-BCD4-E0D5CE973022}" srcOrd="0" destOrd="0" presId="urn:microsoft.com/office/officeart/2018/2/layout/IconLabelDescriptionList"/>
    <dgm:cxn modelId="{ABE76812-B3E5-472D-95F4-914F3D5336DB}" type="presParOf" srcId="{1F03A50E-BF82-49AD-9226-025833E30CDD}" destId="{9C938D32-6AD7-40EE-B5A9-52100FA687FF}" srcOrd="1" destOrd="0" presId="urn:microsoft.com/office/officeart/2018/2/layout/IconLabelDescriptionList"/>
    <dgm:cxn modelId="{14A2E666-5D18-4EDB-A0E4-58AF07EF607F}" type="presParOf" srcId="{1F03A50E-BF82-49AD-9226-025833E30CDD}" destId="{EACBFA2F-7037-4237-A4AE-EE3CFFC13D75}" srcOrd="2" destOrd="0" presId="urn:microsoft.com/office/officeart/2018/2/layout/IconLabelDescriptionList"/>
    <dgm:cxn modelId="{BB93E193-6723-42B1-91B5-0F8EC4617DB2}" type="presParOf" srcId="{1F03A50E-BF82-49AD-9226-025833E30CDD}" destId="{6E472220-CD74-4752-A212-C9CDCA334F08}" srcOrd="3" destOrd="0" presId="urn:microsoft.com/office/officeart/2018/2/layout/IconLabelDescriptionList"/>
    <dgm:cxn modelId="{8E29A556-25C2-4697-993A-FB6B2B48A591}" type="presParOf" srcId="{1F03A50E-BF82-49AD-9226-025833E30CDD}" destId="{4EB61FA2-343F-4A4D-A511-490636AC3FD1}" srcOrd="4" destOrd="0" presId="urn:microsoft.com/office/officeart/2018/2/layout/IconLabelDescriptionList"/>
    <dgm:cxn modelId="{6BE2062A-A20B-4998-A83E-F596C52F9D5E}" type="presParOf" srcId="{7F563155-662A-4FCE-A5E3-88F75FEC8E70}" destId="{01C1C12A-EDCE-4DE9-95A2-A3319E08060C}" srcOrd="3" destOrd="0" presId="urn:microsoft.com/office/officeart/2018/2/layout/IconLabelDescriptionList"/>
    <dgm:cxn modelId="{5F111614-0D76-4F2B-904F-932924179A02}" type="presParOf" srcId="{7F563155-662A-4FCE-A5E3-88F75FEC8E70}" destId="{5C05FE03-3134-476F-A4BD-6810A9643CF5}" srcOrd="4" destOrd="0" presId="urn:microsoft.com/office/officeart/2018/2/layout/IconLabelDescriptionList"/>
    <dgm:cxn modelId="{6F352F12-E04F-487A-851C-0F827DF7D8B5}" type="presParOf" srcId="{5C05FE03-3134-476F-A4BD-6810A9643CF5}" destId="{8728B5F5-879E-4D35-926B-D2D6CA1A2458}" srcOrd="0" destOrd="0" presId="urn:microsoft.com/office/officeart/2018/2/layout/IconLabelDescriptionList"/>
    <dgm:cxn modelId="{97C954B9-8B41-4E6B-A417-49BF62C8D94D}" type="presParOf" srcId="{5C05FE03-3134-476F-A4BD-6810A9643CF5}" destId="{CB0ECA95-64D9-45DB-9926-9A98FED4C930}" srcOrd="1" destOrd="0" presId="urn:microsoft.com/office/officeart/2018/2/layout/IconLabelDescriptionList"/>
    <dgm:cxn modelId="{75500F99-BF91-45FE-AFB9-FE241C5A84E8}" type="presParOf" srcId="{5C05FE03-3134-476F-A4BD-6810A9643CF5}" destId="{33C8641D-173D-43CA-9659-7A6B09665B82}" srcOrd="2" destOrd="0" presId="urn:microsoft.com/office/officeart/2018/2/layout/IconLabelDescriptionList"/>
    <dgm:cxn modelId="{E5F034F1-6C91-46B5-9776-9021691E4ABF}" type="presParOf" srcId="{5C05FE03-3134-476F-A4BD-6810A9643CF5}" destId="{A81A08E4-35B7-4251-AE8D-4EB0DA909C03}" srcOrd="3" destOrd="0" presId="urn:microsoft.com/office/officeart/2018/2/layout/IconLabelDescriptionList"/>
    <dgm:cxn modelId="{EC3A93DA-12E1-4770-9BE1-F0EB5E6948CE}" type="presParOf" srcId="{5C05FE03-3134-476F-A4BD-6810A9643CF5}" destId="{526F5DA8-0FBA-477C-AFB6-58201F935FA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57C309-A72B-407F-ADE8-AE066202453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849CA1-E57C-4A37-861E-01DA0798167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Locally hosted and infinitely scalable</a:t>
          </a:r>
        </a:p>
      </dgm:t>
    </dgm:pt>
    <dgm:pt modelId="{A89D1C0E-EE91-44EA-BFFD-DA88BAC04DB9}" type="parTrans" cxnId="{151EC3B4-8667-4348-AD40-14503DE2510F}">
      <dgm:prSet/>
      <dgm:spPr/>
      <dgm:t>
        <a:bodyPr/>
        <a:lstStyle/>
        <a:p>
          <a:endParaRPr lang="en-US"/>
        </a:p>
      </dgm:t>
    </dgm:pt>
    <dgm:pt modelId="{155C9282-05C4-492C-9160-5BCFDB83C4DB}" type="sibTrans" cxnId="{151EC3B4-8667-4348-AD40-14503DE2510F}">
      <dgm:prSet/>
      <dgm:spPr/>
      <dgm:t>
        <a:bodyPr/>
        <a:lstStyle/>
        <a:p>
          <a:endParaRPr lang="en-US"/>
        </a:p>
      </dgm:t>
    </dgm:pt>
    <dgm:pt modelId="{55978AA3-0A87-46F0-A001-90E3D50D86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OWN the data</a:t>
          </a:r>
        </a:p>
      </dgm:t>
    </dgm:pt>
    <dgm:pt modelId="{FDEA6597-61FC-4B14-B9F3-B377565DCC5B}" type="parTrans" cxnId="{D524E652-A77F-4E5E-A722-566A460196A1}">
      <dgm:prSet/>
      <dgm:spPr/>
      <dgm:t>
        <a:bodyPr/>
        <a:lstStyle/>
        <a:p>
          <a:endParaRPr lang="en-US"/>
        </a:p>
      </dgm:t>
    </dgm:pt>
    <dgm:pt modelId="{8B72DECC-58EB-4005-8ED7-511933FEE0F1}" type="sibTrans" cxnId="{D524E652-A77F-4E5E-A722-566A460196A1}">
      <dgm:prSet/>
      <dgm:spPr/>
      <dgm:t>
        <a:bodyPr/>
        <a:lstStyle/>
        <a:p>
          <a:endParaRPr lang="en-US"/>
        </a:p>
      </dgm:t>
    </dgm:pt>
    <dgm:pt modelId="{A67526C1-F5BF-47B6-9256-FCBE77C64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No Surprise Licensing Cost. </a:t>
          </a:r>
        </a:p>
        <a:p>
          <a:pPr>
            <a:lnSpc>
              <a:spcPct val="100000"/>
            </a:lnSpc>
          </a:pPr>
          <a:r>
            <a:rPr lang="en-US" dirty="0"/>
            <a:t>Unlimited users and Assets.</a:t>
          </a:r>
        </a:p>
      </dgm:t>
    </dgm:pt>
    <dgm:pt modelId="{4E25CF49-9F16-433B-A886-206CBA32863E}" type="parTrans" cxnId="{B1BE1FB7-D2A2-486A-B72E-3061F3B63C1D}">
      <dgm:prSet/>
      <dgm:spPr/>
      <dgm:t>
        <a:bodyPr/>
        <a:lstStyle/>
        <a:p>
          <a:endParaRPr lang="en-US"/>
        </a:p>
      </dgm:t>
    </dgm:pt>
    <dgm:pt modelId="{ED0225B9-B185-431A-B8C3-6D8127B2FD0F}" type="sibTrans" cxnId="{B1BE1FB7-D2A2-486A-B72E-3061F3B63C1D}">
      <dgm:prSet/>
      <dgm:spPr/>
      <dgm:t>
        <a:bodyPr/>
        <a:lstStyle/>
        <a:p>
          <a:endParaRPr lang="en-US"/>
        </a:p>
      </dgm:t>
    </dgm:pt>
    <dgm:pt modelId="{45805F0F-6385-46FE-A7CA-48AE9FB062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Policy Drives Software</a:t>
          </a:r>
        </a:p>
      </dgm:t>
    </dgm:pt>
    <dgm:pt modelId="{FAF0B060-4588-4D36-A24D-10287FE044AD}" type="parTrans" cxnId="{F1729415-457C-44AE-A297-75D311E8A4F4}">
      <dgm:prSet/>
      <dgm:spPr/>
      <dgm:t>
        <a:bodyPr/>
        <a:lstStyle/>
        <a:p>
          <a:endParaRPr lang="en-US"/>
        </a:p>
      </dgm:t>
    </dgm:pt>
    <dgm:pt modelId="{380D46A8-A2B4-4C24-B894-4E8BAF246505}" type="sibTrans" cxnId="{F1729415-457C-44AE-A297-75D311E8A4F4}">
      <dgm:prSet/>
      <dgm:spPr/>
      <dgm:t>
        <a:bodyPr/>
        <a:lstStyle/>
        <a:p>
          <a:endParaRPr lang="en-US"/>
        </a:p>
      </dgm:t>
    </dgm:pt>
    <dgm:pt modelId="{B1FA0810-4900-41F2-A461-6B365337B7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4378FD-4103-40C3-B3CA-196FFA8A9CFD}" type="parTrans" cxnId="{58E7F8A3-CED0-413C-A0AF-E10E87199112}">
      <dgm:prSet/>
      <dgm:spPr/>
      <dgm:t>
        <a:bodyPr/>
        <a:lstStyle/>
        <a:p>
          <a:endParaRPr lang="en-US"/>
        </a:p>
      </dgm:t>
    </dgm:pt>
    <dgm:pt modelId="{2222AABC-4274-440F-8EE6-080DA7F1F603}" type="sibTrans" cxnId="{58E7F8A3-CED0-413C-A0AF-E10E87199112}">
      <dgm:prSet/>
      <dgm:spPr/>
      <dgm:t>
        <a:bodyPr/>
        <a:lstStyle/>
        <a:p>
          <a:endParaRPr lang="en-US"/>
        </a:p>
      </dgm:t>
    </dgm:pt>
    <dgm:pt modelId="{A23DF3BE-7578-449D-84BB-FD63D811C79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AI ready</a:t>
          </a:r>
        </a:p>
      </dgm:t>
    </dgm:pt>
    <dgm:pt modelId="{5037C07B-3030-4A19-96A6-70BF434924BE}" type="parTrans" cxnId="{EC13B2DD-8C4A-4B4C-80EC-8B24D9F878CD}">
      <dgm:prSet/>
      <dgm:spPr/>
      <dgm:t>
        <a:bodyPr/>
        <a:lstStyle/>
        <a:p>
          <a:endParaRPr lang="en-US"/>
        </a:p>
      </dgm:t>
    </dgm:pt>
    <dgm:pt modelId="{4E50E50E-CD0D-4720-AD2E-8D59230FC398}" type="sibTrans" cxnId="{EC13B2DD-8C4A-4B4C-80EC-8B24D9F878CD}">
      <dgm:prSet/>
      <dgm:spPr/>
      <dgm:t>
        <a:bodyPr/>
        <a:lstStyle/>
        <a:p>
          <a:endParaRPr lang="en-US"/>
        </a:p>
      </dgm:t>
    </dgm:pt>
    <dgm:pt modelId="{50D27CAA-9E06-4DD9-9C71-61C5B7CECE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Built By AI for AI.</a:t>
          </a:r>
        </a:p>
        <a:p>
          <a:pPr>
            <a:lnSpc>
              <a:spcPct val="100000"/>
            </a:lnSpc>
          </a:pPr>
          <a:r>
            <a:rPr lang="en-US" dirty="0"/>
            <a:t>Features can be implemented by a small team Rapidly</a:t>
          </a:r>
        </a:p>
      </dgm:t>
    </dgm:pt>
    <dgm:pt modelId="{431B1AF0-CB23-48EF-A6A8-18965A88289E}" type="parTrans" cxnId="{B5CBE1F7-B6C1-44BE-B689-440A654746A5}">
      <dgm:prSet/>
      <dgm:spPr/>
      <dgm:t>
        <a:bodyPr/>
        <a:lstStyle/>
        <a:p>
          <a:endParaRPr lang="en-US"/>
        </a:p>
      </dgm:t>
    </dgm:pt>
    <dgm:pt modelId="{00694BCA-53DA-4ED1-9A4E-C77E7C1A597E}" type="sibTrans" cxnId="{B5CBE1F7-B6C1-44BE-B689-440A654746A5}">
      <dgm:prSet/>
      <dgm:spPr/>
      <dgm:t>
        <a:bodyPr/>
        <a:lstStyle/>
        <a:p>
          <a:endParaRPr lang="en-US"/>
        </a:p>
      </dgm:t>
    </dgm:pt>
    <dgm:pt modelId="{4DE576C6-9DE8-47CA-82A4-DC0E7FA321A6}" type="pres">
      <dgm:prSet presAssocID="{6D57C309-A72B-407F-ADE8-AE0662024531}" presName="root" presStyleCnt="0">
        <dgm:presLayoutVars>
          <dgm:dir/>
          <dgm:resizeHandles val="exact"/>
        </dgm:presLayoutVars>
      </dgm:prSet>
      <dgm:spPr/>
    </dgm:pt>
    <dgm:pt modelId="{F9C8C86B-5E6D-4527-B78A-C14B7FB0CFDE}" type="pres">
      <dgm:prSet presAssocID="{14849CA1-E57C-4A37-861E-01DA07981674}" presName="compNode" presStyleCnt="0"/>
      <dgm:spPr/>
    </dgm:pt>
    <dgm:pt modelId="{961D3D90-82F3-4A72-8E42-75CE43CD607A}" type="pres">
      <dgm:prSet presAssocID="{14849CA1-E57C-4A37-861E-01DA0798167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DC6A145-6975-473B-8678-CB7E48C495C1}" type="pres">
      <dgm:prSet presAssocID="{14849CA1-E57C-4A37-861E-01DA07981674}" presName="iconSpace" presStyleCnt="0"/>
      <dgm:spPr/>
    </dgm:pt>
    <dgm:pt modelId="{F66E1661-233D-41A7-B8C7-BC5C5E1A0568}" type="pres">
      <dgm:prSet presAssocID="{14849CA1-E57C-4A37-861E-01DA07981674}" presName="parTx" presStyleLbl="revTx" presStyleIdx="0" presStyleCnt="6">
        <dgm:presLayoutVars>
          <dgm:chMax val="0"/>
          <dgm:chPref val="0"/>
        </dgm:presLayoutVars>
      </dgm:prSet>
      <dgm:spPr/>
    </dgm:pt>
    <dgm:pt modelId="{25C44FFE-749D-44FE-9A11-882D9BE0DDC8}" type="pres">
      <dgm:prSet presAssocID="{14849CA1-E57C-4A37-861E-01DA07981674}" presName="txSpace" presStyleCnt="0"/>
      <dgm:spPr/>
    </dgm:pt>
    <dgm:pt modelId="{DC74E7B8-E722-4314-AFD2-7844F3D51F9C}" type="pres">
      <dgm:prSet presAssocID="{14849CA1-E57C-4A37-861E-01DA07981674}" presName="desTx" presStyleLbl="revTx" presStyleIdx="1" presStyleCnt="6">
        <dgm:presLayoutVars/>
      </dgm:prSet>
      <dgm:spPr/>
    </dgm:pt>
    <dgm:pt modelId="{E1F5A16D-0CA8-4502-AFDD-BD1615890B63}" type="pres">
      <dgm:prSet presAssocID="{155C9282-05C4-492C-9160-5BCFDB83C4DB}" presName="sibTrans" presStyleCnt="0"/>
      <dgm:spPr/>
    </dgm:pt>
    <dgm:pt modelId="{F3A98C5C-D859-4A18-81CF-ECEBF0A2B182}" type="pres">
      <dgm:prSet presAssocID="{A23DF3BE-7578-449D-84BB-FD63D811C79F}" presName="compNode" presStyleCnt="0"/>
      <dgm:spPr/>
    </dgm:pt>
    <dgm:pt modelId="{16E6B1F4-B02A-49E2-BBB2-E854590FFC9C}" type="pres">
      <dgm:prSet presAssocID="{A23DF3BE-7578-449D-84BB-FD63D811C79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46581CB-9094-45CD-96AB-ACE9E57EDCA4}" type="pres">
      <dgm:prSet presAssocID="{A23DF3BE-7578-449D-84BB-FD63D811C79F}" presName="iconSpace" presStyleCnt="0"/>
      <dgm:spPr/>
    </dgm:pt>
    <dgm:pt modelId="{4AF5551C-598A-4911-8C07-98F356AEE916}" type="pres">
      <dgm:prSet presAssocID="{A23DF3BE-7578-449D-84BB-FD63D811C79F}" presName="parTx" presStyleLbl="revTx" presStyleIdx="2" presStyleCnt="6">
        <dgm:presLayoutVars>
          <dgm:chMax val="0"/>
          <dgm:chPref val="0"/>
        </dgm:presLayoutVars>
      </dgm:prSet>
      <dgm:spPr/>
    </dgm:pt>
    <dgm:pt modelId="{E77FBB97-1334-4956-BE1F-E3BC45851274}" type="pres">
      <dgm:prSet presAssocID="{A23DF3BE-7578-449D-84BB-FD63D811C79F}" presName="txSpace" presStyleCnt="0"/>
      <dgm:spPr/>
    </dgm:pt>
    <dgm:pt modelId="{2E3F81E0-9E82-42C1-9F20-A3EF9F467142}" type="pres">
      <dgm:prSet presAssocID="{A23DF3BE-7578-449D-84BB-FD63D811C79F}" presName="desTx" presStyleLbl="revTx" presStyleIdx="3" presStyleCnt="6">
        <dgm:presLayoutVars/>
      </dgm:prSet>
      <dgm:spPr/>
    </dgm:pt>
    <dgm:pt modelId="{29D0636A-71C6-4FEF-8197-8BB5A0ED6D73}" type="pres">
      <dgm:prSet presAssocID="{4E50E50E-CD0D-4720-AD2E-8D59230FC398}" presName="sibTrans" presStyleCnt="0"/>
      <dgm:spPr/>
    </dgm:pt>
    <dgm:pt modelId="{174240B9-9D76-4036-92D8-D2B4975612A0}" type="pres">
      <dgm:prSet presAssocID="{45805F0F-6385-46FE-A7CA-48AE9FB062AF}" presName="compNode" presStyleCnt="0"/>
      <dgm:spPr/>
    </dgm:pt>
    <dgm:pt modelId="{82F7D055-C460-4FC6-951B-FF2C5F40B874}" type="pres">
      <dgm:prSet presAssocID="{45805F0F-6385-46FE-A7CA-48AE9FB062AF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ial distancing with solid fill"/>
        </a:ext>
      </dgm:extLst>
    </dgm:pt>
    <dgm:pt modelId="{8F62FBAC-78A5-45AF-A270-953175146702}" type="pres">
      <dgm:prSet presAssocID="{45805F0F-6385-46FE-A7CA-48AE9FB062AF}" presName="iconSpace" presStyleCnt="0"/>
      <dgm:spPr/>
    </dgm:pt>
    <dgm:pt modelId="{8B696DBD-F684-4641-AE6E-1785CFC0EEF6}" type="pres">
      <dgm:prSet presAssocID="{45805F0F-6385-46FE-A7CA-48AE9FB062AF}" presName="parTx" presStyleLbl="revTx" presStyleIdx="4" presStyleCnt="6">
        <dgm:presLayoutVars>
          <dgm:chMax val="0"/>
          <dgm:chPref val="0"/>
        </dgm:presLayoutVars>
      </dgm:prSet>
      <dgm:spPr/>
    </dgm:pt>
    <dgm:pt modelId="{7FE1D406-75F6-4198-9EE6-6EAFD5D15984}" type="pres">
      <dgm:prSet presAssocID="{45805F0F-6385-46FE-A7CA-48AE9FB062AF}" presName="txSpace" presStyleCnt="0"/>
      <dgm:spPr/>
    </dgm:pt>
    <dgm:pt modelId="{D948C418-5AB6-44CD-AA45-AE8F548D10AE}" type="pres">
      <dgm:prSet presAssocID="{45805F0F-6385-46FE-A7CA-48AE9FB062AF}" presName="desTx" presStyleLbl="revTx" presStyleIdx="5" presStyleCnt="6">
        <dgm:presLayoutVars/>
      </dgm:prSet>
      <dgm:spPr/>
    </dgm:pt>
  </dgm:ptLst>
  <dgm:cxnLst>
    <dgm:cxn modelId="{A08A4C0E-18AD-4558-BC55-96CB16B7EB16}" type="presOf" srcId="{A67526C1-F5BF-47B6-9256-FCBE77C64F30}" destId="{DC74E7B8-E722-4314-AFD2-7844F3D51F9C}" srcOrd="0" destOrd="1" presId="urn:microsoft.com/office/officeart/2018/2/layout/IconLabelDescriptionList"/>
    <dgm:cxn modelId="{F1729415-457C-44AE-A297-75D311E8A4F4}" srcId="{6D57C309-A72B-407F-ADE8-AE0662024531}" destId="{45805F0F-6385-46FE-A7CA-48AE9FB062AF}" srcOrd="2" destOrd="0" parTransId="{FAF0B060-4588-4D36-A24D-10287FE044AD}" sibTransId="{380D46A8-A2B4-4C24-B894-4E8BAF246505}"/>
    <dgm:cxn modelId="{93219E36-437B-4F9B-BF11-8ADB570E524A}" type="presOf" srcId="{14849CA1-E57C-4A37-861E-01DA07981674}" destId="{F66E1661-233D-41A7-B8C7-BC5C5E1A0568}" srcOrd="0" destOrd="0" presId="urn:microsoft.com/office/officeart/2018/2/layout/IconLabelDescriptionList"/>
    <dgm:cxn modelId="{E0A3644D-267E-45D8-8BFC-B796981F6616}" type="presOf" srcId="{50D27CAA-9E06-4DD9-9C71-61C5B7CECE84}" destId="{2E3F81E0-9E82-42C1-9F20-A3EF9F467142}" srcOrd="0" destOrd="0" presId="urn:microsoft.com/office/officeart/2018/2/layout/IconLabelDescriptionList"/>
    <dgm:cxn modelId="{D524E652-A77F-4E5E-A722-566A460196A1}" srcId="{14849CA1-E57C-4A37-861E-01DA07981674}" destId="{55978AA3-0A87-46F0-A001-90E3D50D8680}" srcOrd="0" destOrd="0" parTransId="{FDEA6597-61FC-4B14-B9F3-B377565DCC5B}" sibTransId="{8B72DECC-58EB-4005-8ED7-511933FEE0F1}"/>
    <dgm:cxn modelId="{AB386F91-A3CC-4334-8650-BCA5A08411D4}" type="presOf" srcId="{55978AA3-0A87-46F0-A001-90E3D50D8680}" destId="{DC74E7B8-E722-4314-AFD2-7844F3D51F9C}" srcOrd="0" destOrd="0" presId="urn:microsoft.com/office/officeart/2018/2/layout/IconLabelDescriptionList"/>
    <dgm:cxn modelId="{58E7F8A3-CED0-413C-A0AF-E10E87199112}" srcId="{45805F0F-6385-46FE-A7CA-48AE9FB062AF}" destId="{B1FA0810-4900-41F2-A461-6B365337B72A}" srcOrd="0" destOrd="0" parTransId="{F14378FD-4103-40C3-B3CA-196FFA8A9CFD}" sibTransId="{2222AABC-4274-440F-8EE6-080DA7F1F603}"/>
    <dgm:cxn modelId="{73B60DAB-8FDB-45BF-90AD-949ECF13C122}" type="presOf" srcId="{45805F0F-6385-46FE-A7CA-48AE9FB062AF}" destId="{8B696DBD-F684-4641-AE6E-1785CFC0EEF6}" srcOrd="0" destOrd="0" presId="urn:microsoft.com/office/officeart/2018/2/layout/IconLabelDescriptionList"/>
    <dgm:cxn modelId="{B54FB4B2-18F0-487C-B92B-201468A850CC}" type="presOf" srcId="{6D57C309-A72B-407F-ADE8-AE0662024531}" destId="{4DE576C6-9DE8-47CA-82A4-DC0E7FA321A6}" srcOrd="0" destOrd="0" presId="urn:microsoft.com/office/officeart/2018/2/layout/IconLabelDescriptionList"/>
    <dgm:cxn modelId="{151EC3B4-8667-4348-AD40-14503DE2510F}" srcId="{6D57C309-A72B-407F-ADE8-AE0662024531}" destId="{14849CA1-E57C-4A37-861E-01DA07981674}" srcOrd="0" destOrd="0" parTransId="{A89D1C0E-EE91-44EA-BFFD-DA88BAC04DB9}" sibTransId="{155C9282-05C4-492C-9160-5BCFDB83C4DB}"/>
    <dgm:cxn modelId="{B1BE1FB7-D2A2-486A-B72E-3061F3B63C1D}" srcId="{14849CA1-E57C-4A37-861E-01DA07981674}" destId="{A67526C1-F5BF-47B6-9256-FCBE77C64F30}" srcOrd="1" destOrd="0" parTransId="{4E25CF49-9F16-433B-A886-206CBA32863E}" sibTransId="{ED0225B9-B185-431A-B8C3-6D8127B2FD0F}"/>
    <dgm:cxn modelId="{46E4ABCE-C1A6-47DB-99B7-6886D4FAFBC1}" type="presOf" srcId="{B1FA0810-4900-41F2-A461-6B365337B72A}" destId="{D948C418-5AB6-44CD-AA45-AE8F548D10AE}" srcOrd="0" destOrd="0" presId="urn:microsoft.com/office/officeart/2018/2/layout/IconLabelDescriptionList"/>
    <dgm:cxn modelId="{EC13B2DD-8C4A-4B4C-80EC-8B24D9F878CD}" srcId="{6D57C309-A72B-407F-ADE8-AE0662024531}" destId="{A23DF3BE-7578-449D-84BB-FD63D811C79F}" srcOrd="1" destOrd="0" parTransId="{5037C07B-3030-4A19-96A6-70BF434924BE}" sibTransId="{4E50E50E-CD0D-4720-AD2E-8D59230FC398}"/>
    <dgm:cxn modelId="{85CBB4E6-8912-4B47-B823-3AF89999845A}" type="presOf" srcId="{A23DF3BE-7578-449D-84BB-FD63D811C79F}" destId="{4AF5551C-598A-4911-8C07-98F356AEE916}" srcOrd="0" destOrd="0" presId="urn:microsoft.com/office/officeart/2018/2/layout/IconLabelDescriptionList"/>
    <dgm:cxn modelId="{B5CBE1F7-B6C1-44BE-B689-440A654746A5}" srcId="{A23DF3BE-7578-449D-84BB-FD63D811C79F}" destId="{50D27CAA-9E06-4DD9-9C71-61C5B7CECE84}" srcOrd="0" destOrd="0" parTransId="{431B1AF0-CB23-48EF-A6A8-18965A88289E}" sibTransId="{00694BCA-53DA-4ED1-9A4E-C77E7C1A597E}"/>
    <dgm:cxn modelId="{F23F1235-B77B-4E18-85E8-19259980FD52}" type="presParOf" srcId="{4DE576C6-9DE8-47CA-82A4-DC0E7FA321A6}" destId="{F9C8C86B-5E6D-4527-B78A-C14B7FB0CFDE}" srcOrd="0" destOrd="0" presId="urn:microsoft.com/office/officeart/2018/2/layout/IconLabelDescriptionList"/>
    <dgm:cxn modelId="{1686B2DC-5AAF-44F7-8081-4FF5CF2E470F}" type="presParOf" srcId="{F9C8C86B-5E6D-4527-B78A-C14B7FB0CFDE}" destId="{961D3D90-82F3-4A72-8E42-75CE43CD607A}" srcOrd="0" destOrd="0" presId="urn:microsoft.com/office/officeart/2018/2/layout/IconLabelDescriptionList"/>
    <dgm:cxn modelId="{36E7EA51-8088-4444-BD19-BC2EAD5B7F2C}" type="presParOf" srcId="{F9C8C86B-5E6D-4527-B78A-C14B7FB0CFDE}" destId="{7DC6A145-6975-473B-8678-CB7E48C495C1}" srcOrd="1" destOrd="0" presId="urn:microsoft.com/office/officeart/2018/2/layout/IconLabelDescriptionList"/>
    <dgm:cxn modelId="{BC0F4079-82A7-46D8-BFB4-C94F5361C2B0}" type="presParOf" srcId="{F9C8C86B-5E6D-4527-B78A-C14B7FB0CFDE}" destId="{F66E1661-233D-41A7-B8C7-BC5C5E1A0568}" srcOrd="2" destOrd="0" presId="urn:microsoft.com/office/officeart/2018/2/layout/IconLabelDescriptionList"/>
    <dgm:cxn modelId="{86B2A472-A1CC-4C52-AE8B-85A1DCF280AA}" type="presParOf" srcId="{F9C8C86B-5E6D-4527-B78A-C14B7FB0CFDE}" destId="{25C44FFE-749D-44FE-9A11-882D9BE0DDC8}" srcOrd="3" destOrd="0" presId="urn:microsoft.com/office/officeart/2018/2/layout/IconLabelDescriptionList"/>
    <dgm:cxn modelId="{CE7CD31F-F84D-42DD-AC5E-EB13694BD400}" type="presParOf" srcId="{F9C8C86B-5E6D-4527-B78A-C14B7FB0CFDE}" destId="{DC74E7B8-E722-4314-AFD2-7844F3D51F9C}" srcOrd="4" destOrd="0" presId="urn:microsoft.com/office/officeart/2018/2/layout/IconLabelDescriptionList"/>
    <dgm:cxn modelId="{D67C696D-E734-4DFD-BC3F-FF025A23A2F5}" type="presParOf" srcId="{4DE576C6-9DE8-47CA-82A4-DC0E7FA321A6}" destId="{E1F5A16D-0CA8-4502-AFDD-BD1615890B63}" srcOrd="1" destOrd="0" presId="urn:microsoft.com/office/officeart/2018/2/layout/IconLabelDescriptionList"/>
    <dgm:cxn modelId="{CF883D4C-C369-420F-9A1B-BDCB0D265DFD}" type="presParOf" srcId="{4DE576C6-9DE8-47CA-82A4-DC0E7FA321A6}" destId="{F3A98C5C-D859-4A18-81CF-ECEBF0A2B182}" srcOrd="2" destOrd="0" presId="urn:microsoft.com/office/officeart/2018/2/layout/IconLabelDescriptionList"/>
    <dgm:cxn modelId="{3B90A0F4-010C-4023-978A-6D110A36B186}" type="presParOf" srcId="{F3A98C5C-D859-4A18-81CF-ECEBF0A2B182}" destId="{16E6B1F4-B02A-49E2-BBB2-E854590FFC9C}" srcOrd="0" destOrd="0" presId="urn:microsoft.com/office/officeart/2018/2/layout/IconLabelDescriptionList"/>
    <dgm:cxn modelId="{2C8282C8-888B-4894-A3FB-D4A1A37C52FE}" type="presParOf" srcId="{F3A98C5C-D859-4A18-81CF-ECEBF0A2B182}" destId="{D46581CB-9094-45CD-96AB-ACE9E57EDCA4}" srcOrd="1" destOrd="0" presId="urn:microsoft.com/office/officeart/2018/2/layout/IconLabelDescriptionList"/>
    <dgm:cxn modelId="{796F0368-BFBB-4171-9ABE-7764C63B4ECE}" type="presParOf" srcId="{F3A98C5C-D859-4A18-81CF-ECEBF0A2B182}" destId="{4AF5551C-598A-4911-8C07-98F356AEE916}" srcOrd="2" destOrd="0" presId="urn:microsoft.com/office/officeart/2018/2/layout/IconLabelDescriptionList"/>
    <dgm:cxn modelId="{2B1B15BE-0288-47EF-9517-DA7E37DFCBC1}" type="presParOf" srcId="{F3A98C5C-D859-4A18-81CF-ECEBF0A2B182}" destId="{E77FBB97-1334-4956-BE1F-E3BC45851274}" srcOrd="3" destOrd="0" presId="urn:microsoft.com/office/officeart/2018/2/layout/IconLabelDescriptionList"/>
    <dgm:cxn modelId="{8EEA647E-52F8-46C9-925E-23FF6E29A797}" type="presParOf" srcId="{F3A98C5C-D859-4A18-81CF-ECEBF0A2B182}" destId="{2E3F81E0-9E82-42C1-9F20-A3EF9F467142}" srcOrd="4" destOrd="0" presId="urn:microsoft.com/office/officeart/2018/2/layout/IconLabelDescriptionList"/>
    <dgm:cxn modelId="{73014DA3-7950-4D6B-A43E-22D2912344B8}" type="presParOf" srcId="{4DE576C6-9DE8-47CA-82A4-DC0E7FA321A6}" destId="{29D0636A-71C6-4FEF-8197-8BB5A0ED6D73}" srcOrd="3" destOrd="0" presId="urn:microsoft.com/office/officeart/2018/2/layout/IconLabelDescriptionList"/>
    <dgm:cxn modelId="{55C0F37C-F64F-4580-992C-4C928D30B7C3}" type="presParOf" srcId="{4DE576C6-9DE8-47CA-82A4-DC0E7FA321A6}" destId="{174240B9-9D76-4036-92D8-D2B4975612A0}" srcOrd="4" destOrd="0" presId="urn:microsoft.com/office/officeart/2018/2/layout/IconLabelDescriptionList"/>
    <dgm:cxn modelId="{2D7B7347-DE06-40D6-8892-A02EC40F05A2}" type="presParOf" srcId="{174240B9-9D76-4036-92D8-D2B4975612A0}" destId="{82F7D055-C460-4FC6-951B-FF2C5F40B874}" srcOrd="0" destOrd="0" presId="urn:microsoft.com/office/officeart/2018/2/layout/IconLabelDescriptionList"/>
    <dgm:cxn modelId="{77610746-82DB-490A-81EE-3DFC38FEC639}" type="presParOf" srcId="{174240B9-9D76-4036-92D8-D2B4975612A0}" destId="{8F62FBAC-78A5-45AF-A270-953175146702}" srcOrd="1" destOrd="0" presId="urn:microsoft.com/office/officeart/2018/2/layout/IconLabelDescriptionList"/>
    <dgm:cxn modelId="{E01EDB92-FC57-4A70-9295-F4268CE31BE6}" type="presParOf" srcId="{174240B9-9D76-4036-92D8-D2B4975612A0}" destId="{8B696DBD-F684-4641-AE6E-1785CFC0EEF6}" srcOrd="2" destOrd="0" presId="urn:microsoft.com/office/officeart/2018/2/layout/IconLabelDescriptionList"/>
    <dgm:cxn modelId="{0EFFF04E-7C07-4914-8B21-50AB6AA7414A}" type="presParOf" srcId="{174240B9-9D76-4036-92D8-D2B4975612A0}" destId="{7FE1D406-75F6-4198-9EE6-6EAFD5D15984}" srcOrd="3" destOrd="0" presId="urn:microsoft.com/office/officeart/2018/2/layout/IconLabelDescriptionList"/>
    <dgm:cxn modelId="{69D63EEE-579C-42EE-964F-DF5CFB3BD578}" type="presParOf" srcId="{174240B9-9D76-4036-92D8-D2B4975612A0}" destId="{D948C418-5AB6-44CD-AA45-AE8F548D10A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E6F761-0ECC-430F-BB39-EF499AA1F1E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995064-C928-4C95-A500-4ECA046B0FBE}">
      <dgm:prSet/>
      <dgm:spPr/>
      <dgm:t>
        <a:bodyPr/>
        <a:lstStyle/>
        <a:p>
          <a:r>
            <a:rPr lang="en-US" dirty="0"/>
            <a:t>Visually Intuitive work platform makes it easier for technicians to record work properly</a:t>
          </a:r>
        </a:p>
      </dgm:t>
    </dgm:pt>
    <dgm:pt modelId="{D70ED822-5C0B-4D5C-A06B-E41D06BCC00C}" type="parTrans" cxnId="{005820AE-CCDC-4C2A-AE38-0C89CD49795C}">
      <dgm:prSet/>
      <dgm:spPr/>
      <dgm:t>
        <a:bodyPr/>
        <a:lstStyle/>
        <a:p>
          <a:endParaRPr lang="en-US"/>
        </a:p>
      </dgm:t>
    </dgm:pt>
    <dgm:pt modelId="{ABFE49BA-F294-489F-911C-A4CC8BAF86BC}" type="sibTrans" cxnId="{005820AE-CCDC-4C2A-AE38-0C89CD49795C}">
      <dgm:prSet/>
      <dgm:spPr/>
      <dgm:t>
        <a:bodyPr/>
        <a:lstStyle/>
        <a:p>
          <a:endParaRPr lang="en-US"/>
        </a:p>
      </dgm:t>
    </dgm:pt>
    <dgm:pt modelId="{7952D3CD-B9F0-476A-9E64-7443FFA56CEA}">
      <dgm:prSet/>
      <dgm:spPr/>
      <dgm:t>
        <a:bodyPr/>
        <a:lstStyle/>
        <a:p>
          <a:r>
            <a:rPr lang="en-US"/>
            <a:t>Features Designed to directly track temporary modifications and capability limitations</a:t>
          </a:r>
        </a:p>
      </dgm:t>
    </dgm:pt>
    <dgm:pt modelId="{1F1144B4-9DFC-4EB2-AFA1-90EE996BB69A}" type="parTrans" cxnId="{7744E59D-2B18-4EB2-B827-EFB5B44D9741}">
      <dgm:prSet/>
      <dgm:spPr/>
      <dgm:t>
        <a:bodyPr/>
        <a:lstStyle/>
        <a:p>
          <a:endParaRPr lang="en-US"/>
        </a:p>
      </dgm:t>
    </dgm:pt>
    <dgm:pt modelId="{E5B97DD5-5399-43C3-9796-78DAD4B236BB}" type="sibTrans" cxnId="{7744E59D-2B18-4EB2-B827-EFB5B44D9741}">
      <dgm:prSet/>
      <dgm:spPr/>
      <dgm:t>
        <a:bodyPr/>
        <a:lstStyle/>
        <a:p>
          <a:endParaRPr lang="en-US"/>
        </a:p>
      </dgm:t>
    </dgm:pt>
    <dgm:pt modelId="{B610869A-1474-4D6C-8154-CA8A95789EC7}">
      <dgm:prSet/>
      <dgm:spPr/>
      <dgm:t>
        <a:bodyPr/>
        <a:lstStyle/>
        <a:p>
          <a:r>
            <a:rPr lang="en-US" dirty="0"/>
            <a:t>Automatic Maintenance Planning with Conditional Logic based on Time, Usage, or Both</a:t>
          </a:r>
        </a:p>
      </dgm:t>
    </dgm:pt>
    <dgm:pt modelId="{E999ADB9-E793-4F8E-BEB6-4A367836E558}" type="parTrans" cxnId="{89626D85-5C91-474E-AA2E-EB4DFA0E9361}">
      <dgm:prSet/>
      <dgm:spPr/>
      <dgm:t>
        <a:bodyPr/>
        <a:lstStyle/>
        <a:p>
          <a:endParaRPr lang="en-US"/>
        </a:p>
      </dgm:t>
    </dgm:pt>
    <dgm:pt modelId="{DDF94D77-F025-4D87-BE6F-82F7A1626B4C}" type="sibTrans" cxnId="{89626D85-5C91-474E-AA2E-EB4DFA0E9361}">
      <dgm:prSet/>
      <dgm:spPr/>
      <dgm:t>
        <a:bodyPr/>
        <a:lstStyle/>
        <a:p>
          <a:endParaRPr lang="en-US"/>
        </a:p>
      </dgm:t>
    </dgm:pt>
    <dgm:pt modelId="{BEB2767A-0B43-4F8A-9E09-D6200CCEAB9E}" type="pres">
      <dgm:prSet presAssocID="{E2E6F761-0ECC-430F-BB39-EF499AA1F1E1}" presName="root" presStyleCnt="0">
        <dgm:presLayoutVars>
          <dgm:dir/>
          <dgm:resizeHandles val="exact"/>
        </dgm:presLayoutVars>
      </dgm:prSet>
      <dgm:spPr/>
    </dgm:pt>
    <dgm:pt modelId="{3C76FEA7-B5C6-4DC6-89DE-60C072E1940D}" type="pres">
      <dgm:prSet presAssocID="{E5995064-C928-4C95-A500-4ECA046B0FBE}" presName="compNode" presStyleCnt="0"/>
      <dgm:spPr/>
    </dgm:pt>
    <dgm:pt modelId="{B3CBC482-1959-4E01-B7D5-9EC25A2E4D49}" type="pres">
      <dgm:prSet presAssocID="{E5995064-C928-4C95-A500-4ECA046B0FBE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with solid fill"/>
        </a:ext>
      </dgm:extLst>
    </dgm:pt>
    <dgm:pt modelId="{1B5CF253-91E6-44F0-A183-B70D80BDB663}" type="pres">
      <dgm:prSet presAssocID="{E5995064-C928-4C95-A500-4ECA046B0FBE}" presName="spaceRect" presStyleCnt="0"/>
      <dgm:spPr/>
    </dgm:pt>
    <dgm:pt modelId="{839454B8-7D74-4A9F-834C-21CB87B76FCD}" type="pres">
      <dgm:prSet presAssocID="{E5995064-C928-4C95-A500-4ECA046B0FBE}" presName="textRect" presStyleLbl="revTx" presStyleIdx="0" presStyleCnt="3">
        <dgm:presLayoutVars>
          <dgm:chMax val="1"/>
          <dgm:chPref val="1"/>
        </dgm:presLayoutVars>
      </dgm:prSet>
      <dgm:spPr/>
    </dgm:pt>
    <dgm:pt modelId="{C8F97F3A-BE6A-400A-AD33-BBFD5CAD230B}" type="pres">
      <dgm:prSet presAssocID="{ABFE49BA-F294-489F-911C-A4CC8BAF86BC}" presName="sibTrans" presStyleCnt="0"/>
      <dgm:spPr/>
    </dgm:pt>
    <dgm:pt modelId="{86F43740-284A-4C89-BFF2-770A5DD53CF9}" type="pres">
      <dgm:prSet presAssocID="{7952D3CD-B9F0-476A-9E64-7443FFA56CEA}" presName="compNode" presStyleCnt="0"/>
      <dgm:spPr/>
    </dgm:pt>
    <dgm:pt modelId="{9A39905A-5794-451A-9741-FED73AFBB5B1}" type="pres">
      <dgm:prSet presAssocID="{7952D3CD-B9F0-476A-9E64-7443FFA56CE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5B07F2C-04DA-402C-A77A-CA81080FBCA3}" type="pres">
      <dgm:prSet presAssocID="{7952D3CD-B9F0-476A-9E64-7443FFA56CEA}" presName="spaceRect" presStyleCnt="0"/>
      <dgm:spPr/>
    </dgm:pt>
    <dgm:pt modelId="{5E9D9A79-F4CD-419C-8B57-79CDC2A1F815}" type="pres">
      <dgm:prSet presAssocID="{7952D3CD-B9F0-476A-9E64-7443FFA56CEA}" presName="textRect" presStyleLbl="revTx" presStyleIdx="1" presStyleCnt="3">
        <dgm:presLayoutVars>
          <dgm:chMax val="1"/>
          <dgm:chPref val="1"/>
        </dgm:presLayoutVars>
      </dgm:prSet>
      <dgm:spPr/>
    </dgm:pt>
    <dgm:pt modelId="{F40E5A25-F4C9-4E2C-BD09-5CAA9C6804AD}" type="pres">
      <dgm:prSet presAssocID="{E5B97DD5-5399-43C3-9796-78DAD4B236BB}" presName="sibTrans" presStyleCnt="0"/>
      <dgm:spPr/>
    </dgm:pt>
    <dgm:pt modelId="{5629185C-B9D7-4BC8-8B4B-381CB696302A}" type="pres">
      <dgm:prSet presAssocID="{B610869A-1474-4D6C-8154-CA8A95789EC7}" presName="compNode" presStyleCnt="0"/>
      <dgm:spPr/>
    </dgm:pt>
    <dgm:pt modelId="{D4B8FBD4-FAE3-4E80-8907-5E76CA66F5A9}" type="pres">
      <dgm:prSet presAssocID="{B610869A-1474-4D6C-8154-CA8A95789EC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123CE2B-23D3-4E9A-B150-FBE9812A9D44}" type="pres">
      <dgm:prSet presAssocID="{B610869A-1474-4D6C-8154-CA8A95789EC7}" presName="spaceRect" presStyleCnt="0"/>
      <dgm:spPr/>
    </dgm:pt>
    <dgm:pt modelId="{8626A7D3-AC24-4F82-8B66-060648E2DBA9}" type="pres">
      <dgm:prSet presAssocID="{B610869A-1474-4D6C-8154-CA8A95789EC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F74B31A-DCB2-4003-80FF-D90D531EE5BE}" type="presOf" srcId="{7952D3CD-B9F0-476A-9E64-7443FFA56CEA}" destId="{5E9D9A79-F4CD-419C-8B57-79CDC2A1F815}" srcOrd="0" destOrd="0" presId="urn:microsoft.com/office/officeart/2018/2/layout/IconLabelList"/>
    <dgm:cxn modelId="{89626D85-5C91-474E-AA2E-EB4DFA0E9361}" srcId="{E2E6F761-0ECC-430F-BB39-EF499AA1F1E1}" destId="{B610869A-1474-4D6C-8154-CA8A95789EC7}" srcOrd="2" destOrd="0" parTransId="{E999ADB9-E793-4F8E-BEB6-4A367836E558}" sibTransId="{DDF94D77-F025-4D87-BE6F-82F7A1626B4C}"/>
    <dgm:cxn modelId="{D91D579D-E594-449F-850F-908A8B643445}" type="presOf" srcId="{E5995064-C928-4C95-A500-4ECA046B0FBE}" destId="{839454B8-7D74-4A9F-834C-21CB87B76FCD}" srcOrd="0" destOrd="0" presId="urn:microsoft.com/office/officeart/2018/2/layout/IconLabelList"/>
    <dgm:cxn modelId="{7744E59D-2B18-4EB2-B827-EFB5B44D9741}" srcId="{E2E6F761-0ECC-430F-BB39-EF499AA1F1E1}" destId="{7952D3CD-B9F0-476A-9E64-7443FFA56CEA}" srcOrd="1" destOrd="0" parTransId="{1F1144B4-9DFC-4EB2-AFA1-90EE996BB69A}" sibTransId="{E5B97DD5-5399-43C3-9796-78DAD4B236BB}"/>
    <dgm:cxn modelId="{005820AE-CCDC-4C2A-AE38-0C89CD49795C}" srcId="{E2E6F761-0ECC-430F-BB39-EF499AA1F1E1}" destId="{E5995064-C928-4C95-A500-4ECA046B0FBE}" srcOrd="0" destOrd="0" parTransId="{D70ED822-5C0B-4D5C-A06B-E41D06BCC00C}" sibTransId="{ABFE49BA-F294-489F-911C-A4CC8BAF86BC}"/>
    <dgm:cxn modelId="{A25BDFB3-7F8A-4069-8DC3-4242201B1EEF}" type="presOf" srcId="{B610869A-1474-4D6C-8154-CA8A95789EC7}" destId="{8626A7D3-AC24-4F82-8B66-060648E2DBA9}" srcOrd="0" destOrd="0" presId="urn:microsoft.com/office/officeart/2018/2/layout/IconLabelList"/>
    <dgm:cxn modelId="{48638DBE-275B-4E32-BF5B-2EA85E8CED32}" type="presOf" srcId="{E2E6F761-0ECC-430F-BB39-EF499AA1F1E1}" destId="{BEB2767A-0B43-4F8A-9E09-D6200CCEAB9E}" srcOrd="0" destOrd="0" presId="urn:microsoft.com/office/officeart/2018/2/layout/IconLabelList"/>
    <dgm:cxn modelId="{C20F6358-02F8-47C6-B211-9145D6D3F07B}" type="presParOf" srcId="{BEB2767A-0B43-4F8A-9E09-D6200CCEAB9E}" destId="{3C76FEA7-B5C6-4DC6-89DE-60C072E1940D}" srcOrd="0" destOrd="0" presId="urn:microsoft.com/office/officeart/2018/2/layout/IconLabelList"/>
    <dgm:cxn modelId="{8251965C-94E1-422B-AEF6-E46A848662BA}" type="presParOf" srcId="{3C76FEA7-B5C6-4DC6-89DE-60C072E1940D}" destId="{B3CBC482-1959-4E01-B7D5-9EC25A2E4D49}" srcOrd="0" destOrd="0" presId="urn:microsoft.com/office/officeart/2018/2/layout/IconLabelList"/>
    <dgm:cxn modelId="{80166711-F636-41F0-9A70-BE83AB4754DF}" type="presParOf" srcId="{3C76FEA7-B5C6-4DC6-89DE-60C072E1940D}" destId="{1B5CF253-91E6-44F0-A183-B70D80BDB663}" srcOrd="1" destOrd="0" presId="urn:microsoft.com/office/officeart/2018/2/layout/IconLabelList"/>
    <dgm:cxn modelId="{E314EF11-53D8-423B-8462-7A412003C0E7}" type="presParOf" srcId="{3C76FEA7-B5C6-4DC6-89DE-60C072E1940D}" destId="{839454B8-7D74-4A9F-834C-21CB87B76FCD}" srcOrd="2" destOrd="0" presId="urn:microsoft.com/office/officeart/2018/2/layout/IconLabelList"/>
    <dgm:cxn modelId="{89A8A675-91D8-40D3-8FFB-45B70AEA683C}" type="presParOf" srcId="{BEB2767A-0B43-4F8A-9E09-D6200CCEAB9E}" destId="{C8F97F3A-BE6A-400A-AD33-BBFD5CAD230B}" srcOrd="1" destOrd="0" presId="urn:microsoft.com/office/officeart/2018/2/layout/IconLabelList"/>
    <dgm:cxn modelId="{AB3BDEB1-52F5-4406-9074-704CA58E5674}" type="presParOf" srcId="{BEB2767A-0B43-4F8A-9E09-D6200CCEAB9E}" destId="{86F43740-284A-4C89-BFF2-770A5DD53CF9}" srcOrd="2" destOrd="0" presId="urn:microsoft.com/office/officeart/2018/2/layout/IconLabelList"/>
    <dgm:cxn modelId="{44E2E150-4C48-4393-A6E6-B3C2D8799A4A}" type="presParOf" srcId="{86F43740-284A-4C89-BFF2-770A5DD53CF9}" destId="{9A39905A-5794-451A-9741-FED73AFBB5B1}" srcOrd="0" destOrd="0" presId="urn:microsoft.com/office/officeart/2018/2/layout/IconLabelList"/>
    <dgm:cxn modelId="{F6524053-AA97-433B-BDD6-57089F768C6C}" type="presParOf" srcId="{86F43740-284A-4C89-BFF2-770A5DD53CF9}" destId="{25B07F2C-04DA-402C-A77A-CA81080FBCA3}" srcOrd="1" destOrd="0" presId="urn:microsoft.com/office/officeart/2018/2/layout/IconLabelList"/>
    <dgm:cxn modelId="{ED30F614-401C-4A42-9FE2-51BC7487C3BA}" type="presParOf" srcId="{86F43740-284A-4C89-BFF2-770A5DD53CF9}" destId="{5E9D9A79-F4CD-419C-8B57-79CDC2A1F815}" srcOrd="2" destOrd="0" presId="urn:microsoft.com/office/officeart/2018/2/layout/IconLabelList"/>
    <dgm:cxn modelId="{41C8E5C6-366F-4BA9-A200-583323752EEA}" type="presParOf" srcId="{BEB2767A-0B43-4F8A-9E09-D6200CCEAB9E}" destId="{F40E5A25-F4C9-4E2C-BD09-5CAA9C6804AD}" srcOrd="3" destOrd="0" presId="urn:microsoft.com/office/officeart/2018/2/layout/IconLabelList"/>
    <dgm:cxn modelId="{3C0CB6DA-AF96-4232-AA84-686560016A51}" type="presParOf" srcId="{BEB2767A-0B43-4F8A-9E09-D6200CCEAB9E}" destId="{5629185C-B9D7-4BC8-8B4B-381CB696302A}" srcOrd="4" destOrd="0" presId="urn:microsoft.com/office/officeart/2018/2/layout/IconLabelList"/>
    <dgm:cxn modelId="{B3C3B7A6-D469-4948-B7AA-FF639CD906E3}" type="presParOf" srcId="{5629185C-B9D7-4BC8-8B4B-381CB696302A}" destId="{D4B8FBD4-FAE3-4E80-8907-5E76CA66F5A9}" srcOrd="0" destOrd="0" presId="urn:microsoft.com/office/officeart/2018/2/layout/IconLabelList"/>
    <dgm:cxn modelId="{4FBFFFDC-81B4-4B3B-830E-54B027550D55}" type="presParOf" srcId="{5629185C-B9D7-4BC8-8B4B-381CB696302A}" destId="{6123CE2B-23D3-4E9A-B150-FBE9812A9D44}" srcOrd="1" destOrd="0" presId="urn:microsoft.com/office/officeart/2018/2/layout/IconLabelList"/>
    <dgm:cxn modelId="{49217208-CC0E-4350-8D36-29179FB61663}" type="presParOf" srcId="{5629185C-B9D7-4BC8-8B4B-381CB696302A}" destId="{8626A7D3-AC24-4F82-8B66-060648E2DB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52EF59-8EC3-4524-98EA-83D714698DF4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D2C386C-5EA9-4945-8378-6A518B9AB283}">
      <dgm:prSet/>
      <dgm:spPr/>
      <dgm:t>
        <a:bodyPr/>
        <a:lstStyle/>
        <a:p>
          <a:r>
            <a:rPr lang="en-US" dirty="0"/>
            <a:t>Create</a:t>
          </a:r>
        </a:p>
      </dgm:t>
    </dgm:pt>
    <dgm:pt modelId="{F4C79853-0CDB-4F49-B1C4-BC933792F264}" type="parTrans" cxnId="{9CF2302F-34CE-4F5D-BBAB-04B3E7987AF4}">
      <dgm:prSet/>
      <dgm:spPr/>
      <dgm:t>
        <a:bodyPr/>
        <a:lstStyle/>
        <a:p>
          <a:endParaRPr lang="en-US"/>
        </a:p>
      </dgm:t>
    </dgm:pt>
    <dgm:pt modelId="{B2462072-D350-45E9-9785-70BFDBF4F292}" type="sibTrans" cxnId="{9CF2302F-34CE-4F5D-BBAB-04B3E7987AF4}">
      <dgm:prSet/>
      <dgm:spPr/>
      <dgm:t>
        <a:bodyPr/>
        <a:lstStyle/>
        <a:p>
          <a:endParaRPr lang="en-US"/>
        </a:p>
      </dgm:t>
    </dgm:pt>
    <dgm:pt modelId="{302A7B94-BADD-4030-80A8-EA1723A38AF1}">
      <dgm:prSet/>
      <dgm:spPr/>
      <dgm:t>
        <a:bodyPr/>
        <a:lstStyle/>
        <a:p>
          <a:r>
            <a:rPr lang="en-US" dirty="0"/>
            <a:t>Create Requirements</a:t>
          </a:r>
        </a:p>
      </dgm:t>
    </dgm:pt>
    <dgm:pt modelId="{E5FAEFC4-5386-4484-AE10-0AB16C9EC0DE}" type="parTrans" cxnId="{DA5F1422-4D75-4886-A1F7-DD4BFD449938}">
      <dgm:prSet/>
      <dgm:spPr/>
      <dgm:t>
        <a:bodyPr/>
        <a:lstStyle/>
        <a:p>
          <a:endParaRPr lang="en-US"/>
        </a:p>
      </dgm:t>
    </dgm:pt>
    <dgm:pt modelId="{4A9425F1-8AA0-400C-943B-D2AE1869A3D6}" type="sibTrans" cxnId="{DA5F1422-4D75-4886-A1F7-DD4BFD449938}">
      <dgm:prSet/>
      <dgm:spPr/>
      <dgm:t>
        <a:bodyPr/>
        <a:lstStyle/>
        <a:p>
          <a:endParaRPr lang="en-US"/>
        </a:p>
      </dgm:t>
    </dgm:pt>
    <dgm:pt modelId="{93E4675A-C99B-474B-8C7A-6360A9E838DE}">
      <dgm:prSet/>
      <dgm:spPr/>
      <dgm:t>
        <a:bodyPr/>
        <a:lstStyle/>
        <a:p>
          <a:r>
            <a:rPr lang="en-US" dirty="0"/>
            <a:t>Find</a:t>
          </a:r>
        </a:p>
      </dgm:t>
    </dgm:pt>
    <dgm:pt modelId="{A4ABD9CB-2714-4370-A44D-D00FC3534E11}" type="parTrans" cxnId="{34BD0BA9-1B28-421D-9CF8-B91A6FE221E1}">
      <dgm:prSet/>
      <dgm:spPr/>
      <dgm:t>
        <a:bodyPr/>
        <a:lstStyle/>
        <a:p>
          <a:endParaRPr lang="en-US"/>
        </a:p>
      </dgm:t>
    </dgm:pt>
    <dgm:pt modelId="{433F6FDF-9025-41A3-B2F5-36BBD3420300}" type="sibTrans" cxnId="{34BD0BA9-1B28-421D-9CF8-B91A6FE221E1}">
      <dgm:prSet/>
      <dgm:spPr/>
      <dgm:t>
        <a:bodyPr/>
        <a:lstStyle/>
        <a:p>
          <a:endParaRPr lang="en-US"/>
        </a:p>
      </dgm:t>
    </dgm:pt>
    <dgm:pt modelId="{6CD76010-E73D-4EB2-BB55-ED2068BFC6FB}">
      <dgm:prSet/>
      <dgm:spPr/>
      <dgm:t>
        <a:bodyPr/>
        <a:lstStyle/>
        <a:p>
          <a:r>
            <a:rPr lang="en-US" dirty="0"/>
            <a:t>Find Required Personnel And Equipment for Mission Requirements</a:t>
          </a:r>
        </a:p>
      </dgm:t>
    </dgm:pt>
    <dgm:pt modelId="{42AE7BB7-4ABA-4161-97D2-6754682E0A09}" type="parTrans" cxnId="{124E22AB-4B16-4BC4-B579-30E961C318FC}">
      <dgm:prSet/>
      <dgm:spPr/>
      <dgm:t>
        <a:bodyPr/>
        <a:lstStyle/>
        <a:p>
          <a:endParaRPr lang="en-US"/>
        </a:p>
      </dgm:t>
    </dgm:pt>
    <dgm:pt modelId="{F4B65855-57AA-45D1-A0D0-31EA29A71FBC}" type="sibTrans" cxnId="{124E22AB-4B16-4BC4-B579-30E961C318FC}">
      <dgm:prSet/>
      <dgm:spPr/>
      <dgm:t>
        <a:bodyPr/>
        <a:lstStyle/>
        <a:p>
          <a:endParaRPr lang="en-US"/>
        </a:p>
      </dgm:t>
    </dgm:pt>
    <dgm:pt modelId="{59859C21-F044-4582-BA14-190035364DC0}">
      <dgm:prSet/>
      <dgm:spPr/>
      <dgm:t>
        <a:bodyPr/>
        <a:lstStyle/>
        <a:p>
          <a:r>
            <a:rPr lang="en-US" dirty="0"/>
            <a:t>Match User and Equipment Availability to Capability Requirements</a:t>
          </a:r>
        </a:p>
      </dgm:t>
    </dgm:pt>
    <dgm:pt modelId="{3455AD89-F5B7-43DC-B6B0-7B95E3ADC565}" type="parTrans" cxnId="{048A1CE7-C30F-4B75-B00D-C6EE50BA7435}">
      <dgm:prSet/>
      <dgm:spPr/>
      <dgm:t>
        <a:bodyPr/>
        <a:lstStyle/>
        <a:p>
          <a:endParaRPr lang="en-US"/>
        </a:p>
      </dgm:t>
    </dgm:pt>
    <dgm:pt modelId="{CEEF8090-BBE6-4E46-BB19-EBFE20626EFA}" type="sibTrans" cxnId="{048A1CE7-C30F-4B75-B00D-C6EE50BA7435}">
      <dgm:prSet/>
      <dgm:spPr/>
      <dgm:t>
        <a:bodyPr/>
        <a:lstStyle/>
        <a:p>
          <a:endParaRPr lang="en-US"/>
        </a:p>
      </dgm:t>
    </dgm:pt>
    <dgm:pt modelId="{88CA18EE-D8A9-4429-AB35-CDA70A1D4122}">
      <dgm:prSet/>
      <dgm:spPr/>
      <dgm:t>
        <a:bodyPr/>
        <a:lstStyle/>
        <a:p>
          <a:r>
            <a:rPr lang="en-US" dirty="0"/>
            <a:t>Build a Capabilities Profile For Users and Equipment</a:t>
          </a:r>
        </a:p>
      </dgm:t>
    </dgm:pt>
    <dgm:pt modelId="{0DC1219C-FAF5-464A-9A3C-9F9FB51797BA}" type="parTrans" cxnId="{56040B64-109F-45F4-ACAA-BE5057A94A99}">
      <dgm:prSet/>
      <dgm:spPr/>
      <dgm:t>
        <a:bodyPr/>
        <a:lstStyle/>
        <a:p>
          <a:endParaRPr lang="en-US"/>
        </a:p>
      </dgm:t>
    </dgm:pt>
    <dgm:pt modelId="{E55FCAA8-6FD7-45B7-9D48-2A3F28A25570}" type="sibTrans" cxnId="{56040B64-109F-45F4-ACAA-BE5057A94A99}">
      <dgm:prSet/>
      <dgm:spPr/>
      <dgm:t>
        <a:bodyPr/>
        <a:lstStyle/>
        <a:p>
          <a:endParaRPr lang="en-US"/>
        </a:p>
      </dgm:t>
    </dgm:pt>
    <dgm:pt modelId="{2C5476B6-1637-42CA-BCA2-C4F44280AD06}">
      <dgm:prSet/>
      <dgm:spPr/>
      <dgm:t>
        <a:bodyPr/>
        <a:lstStyle/>
        <a:p>
          <a:r>
            <a:rPr lang="en-US" dirty="0"/>
            <a:t>Store Common Requirements Templates</a:t>
          </a:r>
        </a:p>
      </dgm:t>
    </dgm:pt>
    <dgm:pt modelId="{571B600B-10C8-42E7-BF04-5918170D03AF}" type="parTrans" cxnId="{7AAF6F92-3633-4D26-A0F2-8E0BBFBFF0B1}">
      <dgm:prSet/>
      <dgm:spPr/>
      <dgm:t>
        <a:bodyPr/>
        <a:lstStyle/>
        <a:p>
          <a:endParaRPr lang="en-US"/>
        </a:p>
      </dgm:t>
    </dgm:pt>
    <dgm:pt modelId="{B54EA178-B345-448B-A773-E6F781158347}" type="sibTrans" cxnId="{7AAF6F92-3633-4D26-A0F2-8E0BBFBFF0B1}">
      <dgm:prSet/>
      <dgm:spPr/>
      <dgm:t>
        <a:bodyPr/>
        <a:lstStyle/>
        <a:p>
          <a:endParaRPr lang="en-US"/>
        </a:p>
      </dgm:t>
    </dgm:pt>
    <dgm:pt modelId="{EB12F380-F956-40A2-B464-2B7C8C650603}">
      <dgm:prSet/>
      <dgm:spPr/>
      <dgm:t>
        <a:bodyPr/>
        <a:lstStyle/>
        <a:p>
          <a:r>
            <a:rPr lang="en-US" dirty="0"/>
            <a:t>Dispatch</a:t>
          </a:r>
        </a:p>
      </dgm:t>
    </dgm:pt>
    <dgm:pt modelId="{0BBF1682-65D5-4D6E-B312-16C5F51D0063}" type="parTrans" cxnId="{879FF193-F26C-4A49-AC8C-FD766E36D1FD}">
      <dgm:prSet/>
      <dgm:spPr/>
      <dgm:t>
        <a:bodyPr/>
        <a:lstStyle/>
        <a:p>
          <a:endParaRPr lang="en-US"/>
        </a:p>
      </dgm:t>
    </dgm:pt>
    <dgm:pt modelId="{9A5B3DCB-76C4-47AC-9016-104FD0F4C7C0}" type="sibTrans" cxnId="{879FF193-F26C-4A49-AC8C-FD766E36D1FD}">
      <dgm:prSet/>
      <dgm:spPr/>
      <dgm:t>
        <a:bodyPr/>
        <a:lstStyle/>
        <a:p>
          <a:endParaRPr lang="en-US"/>
        </a:p>
      </dgm:t>
    </dgm:pt>
    <dgm:pt modelId="{0ED72BDC-281C-4D09-B869-7D3A21791140}">
      <dgm:prSet/>
      <dgm:spPr/>
      <dgm:t>
        <a:bodyPr/>
        <a:lstStyle/>
        <a:p>
          <a:pPr>
            <a:buNone/>
          </a:pPr>
          <a:r>
            <a:rPr lang="en-US" dirty="0"/>
            <a:t>Reserve Assets, Personnel, and Issue Equipment</a:t>
          </a:r>
        </a:p>
      </dgm:t>
    </dgm:pt>
    <dgm:pt modelId="{AC690313-278A-4F24-BF97-C9049290EB94}" type="parTrans" cxnId="{B47165DE-2C0D-4C71-9D5C-968E8E9A2810}">
      <dgm:prSet/>
      <dgm:spPr/>
      <dgm:t>
        <a:bodyPr/>
        <a:lstStyle/>
        <a:p>
          <a:endParaRPr lang="en-US"/>
        </a:p>
      </dgm:t>
    </dgm:pt>
    <dgm:pt modelId="{BC78C625-9A49-4106-A1F5-FC85100446DB}" type="sibTrans" cxnId="{B47165DE-2C0D-4C71-9D5C-968E8E9A2810}">
      <dgm:prSet/>
      <dgm:spPr/>
      <dgm:t>
        <a:bodyPr/>
        <a:lstStyle/>
        <a:p>
          <a:endParaRPr lang="en-US"/>
        </a:p>
      </dgm:t>
    </dgm:pt>
    <dgm:pt modelId="{5D934D1B-AF5E-441E-B8AC-89AF27FEFD34}" type="pres">
      <dgm:prSet presAssocID="{9B52EF59-8EC3-4524-98EA-83D714698DF4}" presName="Name0" presStyleCnt="0">
        <dgm:presLayoutVars>
          <dgm:dir/>
          <dgm:animLvl val="lvl"/>
          <dgm:resizeHandles val="exact"/>
        </dgm:presLayoutVars>
      </dgm:prSet>
      <dgm:spPr/>
    </dgm:pt>
    <dgm:pt modelId="{6A7EAC38-1A44-49DD-A8BB-AA7B4D4FAFAA}" type="pres">
      <dgm:prSet presAssocID="{5D2C386C-5EA9-4945-8378-6A518B9AB283}" presName="linNode" presStyleCnt="0"/>
      <dgm:spPr/>
    </dgm:pt>
    <dgm:pt modelId="{AC2078EC-1C07-4BD4-853D-79DC6219165D}" type="pres">
      <dgm:prSet presAssocID="{5D2C386C-5EA9-4945-8378-6A518B9AB283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10FC7D6C-25C4-4691-8FE7-4C864E013B27}" type="pres">
      <dgm:prSet presAssocID="{5D2C386C-5EA9-4945-8378-6A518B9AB283}" presName="descendantText" presStyleLbl="alignAccFollowNode1" presStyleIdx="0" presStyleCnt="3">
        <dgm:presLayoutVars>
          <dgm:bulletEnabled/>
        </dgm:presLayoutVars>
      </dgm:prSet>
      <dgm:spPr/>
    </dgm:pt>
    <dgm:pt modelId="{5787FE88-1A12-4AD7-A32B-E782453411B1}" type="pres">
      <dgm:prSet presAssocID="{B2462072-D350-45E9-9785-70BFDBF4F292}" presName="sp" presStyleCnt="0"/>
      <dgm:spPr/>
    </dgm:pt>
    <dgm:pt modelId="{8D84264B-9564-4A00-B06D-E9B079AAB94B}" type="pres">
      <dgm:prSet presAssocID="{93E4675A-C99B-474B-8C7A-6360A9E838DE}" presName="linNode" presStyleCnt="0"/>
      <dgm:spPr/>
    </dgm:pt>
    <dgm:pt modelId="{CAF267D9-7258-403C-8301-F62F74937138}" type="pres">
      <dgm:prSet presAssocID="{93E4675A-C99B-474B-8C7A-6360A9E838DE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42AB8412-215E-485E-96C2-E9D2754C5AAD}" type="pres">
      <dgm:prSet presAssocID="{93E4675A-C99B-474B-8C7A-6360A9E838DE}" presName="descendantText" presStyleLbl="alignAccFollowNode1" presStyleIdx="1" presStyleCnt="3">
        <dgm:presLayoutVars>
          <dgm:bulletEnabled/>
        </dgm:presLayoutVars>
      </dgm:prSet>
      <dgm:spPr/>
    </dgm:pt>
    <dgm:pt modelId="{BBA1F04F-7CAF-4662-A27D-4DCE333CC2C8}" type="pres">
      <dgm:prSet presAssocID="{433F6FDF-9025-41A3-B2F5-36BBD3420300}" presName="sp" presStyleCnt="0"/>
      <dgm:spPr/>
    </dgm:pt>
    <dgm:pt modelId="{2BEE02DA-9C6F-481E-9A1E-444BA31A8631}" type="pres">
      <dgm:prSet presAssocID="{EB12F380-F956-40A2-B464-2B7C8C650603}" presName="linNode" presStyleCnt="0"/>
      <dgm:spPr/>
    </dgm:pt>
    <dgm:pt modelId="{CE863519-D8FF-4BE2-A46B-DB03309CB2CA}" type="pres">
      <dgm:prSet presAssocID="{EB12F380-F956-40A2-B464-2B7C8C650603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67E94896-329E-4D97-A630-31715646ADC7}" type="pres">
      <dgm:prSet presAssocID="{EB12F380-F956-40A2-B464-2B7C8C650603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4CE11110-5276-4CDE-B8B1-BB1B74E1FED4}" type="presOf" srcId="{6CD76010-E73D-4EB2-BB55-ED2068BFC6FB}" destId="{42AB8412-215E-485E-96C2-E9D2754C5AAD}" srcOrd="0" destOrd="0" presId="urn:microsoft.com/office/officeart/2016/7/layout/VerticalSolidActionList"/>
    <dgm:cxn modelId="{DA5F1422-4D75-4886-A1F7-DD4BFD449938}" srcId="{5D2C386C-5EA9-4945-8378-6A518B9AB283}" destId="{302A7B94-BADD-4030-80A8-EA1723A38AF1}" srcOrd="0" destOrd="0" parTransId="{E5FAEFC4-5386-4484-AE10-0AB16C9EC0DE}" sibTransId="{4A9425F1-8AA0-400C-943B-D2AE1869A3D6}"/>
    <dgm:cxn modelId="{A73AE328-282C-4767-804E-B8D122D78055}" type="presOf" srcId="{0ED72BDC-281C-4D09-B869-7D3A21791140}" destId="{67E94896-329E-4D97-A630-31715646ADC7}" srcOrd="0" destOrd="0" presId="urn:microsoft.com/office/officeart/2016/7/layout/VerticalSolidActionList"/>
    <dgm:cxn modelId="{9CF2302F-34CE-4F5D-BBAB-04B3E7987AF4}" srcId="{9B52EF59-8EC3-4524-98EA-83D714698DF4}" destId="{5D2C386C-5EA9-4945-8378-6A518B9AB283}" srcOrd="0" destOrd="0" parTransId="{F4C79853-0CDB-4F49-B1C4-BC933792F264}" sibTransId="{B2462072-D350-45E9-9785-70BFDBF4F292}"/>
    <dgm:cxn modelId="{17CE9E3F-9132-49E4-AB01-FB54B38B2307}" type="presOf" srcId="{2C5476B6-1637-42CA-BCA2-C4F44280AD06}" destId="{10FC7D6C-25C4-4691-8FE7-4C864E013B27}" srcOrd="0" destOrd="2" presId="urn:microsoft.com/office/officeart/2016/7/layout/VerticalSolidActionList"/>
    <dgm:cxn modelId="{A9677E40-1BDD-493B-BD81-33B0F0A97348}" type="presOf" srcId="{59859C21-F044-4582-BA14-190035364DC0}" destId="{42AB8412-215E-485E-96C2-E9D2754C5AAD}" srcOrd="0" destOrd="1" presId="urn:microsoft.com/office/officeart/2016/7/layout/VerticalSolidActionList"/>
    <dgm:cxn modelId="{56040B64-109F-45F4-ACAA-BE5057A94A99}" srcId="{302A7B94-BADD-4030-80A8-EA1723A38AF1}" destId="{88CA18EE-D8A9-4429-AB35-CDA70A1D4122}" srcOrd="0" destOrd="0" parTransId="{0DC1219C-FAF5-464A-9A3C-9F9FB51797BA}" sibTransId="{E55FCAA8-6FD7-45B7-9D48-2A3F28A25570}"/>
    <dgm:cxn modelId="{18C2536B-DB80-4F3E-A042-AB7421117C96}" type="presOf" srcId="{93E4675A-C99B-474B-8C7A-6360A9E838DE}" destId="{CAF267D9-7258-403C-8301-F62F74937138}" srcOrd="0" destOrd="0" presId="urn:microsoft.com/office/officeart/2016/7/layout/VerticalSolidActionList"/>
    <dgm:cxn modelId="{7AAF6F92-3633-4D26-A0F2-8E0BBFBFF0B1}" srcId="{302A7B94-BADD-4030-80A8-EA1723A38AF1}" destId="{2C5476B6-1637-42CA-BCA2-C4F44280AD06}" srcOrd="1" destOrd="0" parTransId="{571B600B-10C8-42E7-BF04-5918170D03AF}" sibTransId="{B54EA178-B345-448B-A773-E6F781158347}"/>
    <dgm:cxn modelId="{01354A93-1458-479E-9A4A-07C9D71DC9D7}" type="presOf" srcId="{302A7B94-BADD-4030-80A8-EA1723A38AF1}" destId="{10FC7D6C-25C4-4691-8FE7-4C864E013B27}" srcOrd="0" destOrd="0" presId="urn:microsoft.com/office/officeart/2016/7/layout/VerticalSolidActionList"/>
    <dgm:cxn modelId="{879FF193-F26C-4A49-AC8C-FD766E36D1FD}" srcId="{9B52EF59-8EC3-4524-98EA-83D714698DF4}" destId="{EB12F380-F956-40A2-B464-2B7C8C650603}" srcOrd="2" destOrd="0" parTransId="{0BBF1682-65D5-4D6E-B312-16C5F51D0063}" sibTransId="{9A5B3DCB-76C4-47AC-9016-104FD0F4C7C0}"/>
    <dgm:cxn modelId="{34BD0BA9-1B28-421D-9CF8-B91A6FE221E1}" srcId="{9B52EF59-8EC3-4524-98EA-83D714698DF4}" destId="{93E4675A-C99B-474B-8C7A-6360A9E838DE}" srcOrd="1" destOrd="0" parTransId="{A4ABD9CB-2714-4370-A44D-D00FC3534E11}" sibTransId="{433F6FDF-9025-41A3-B2F5-36BBD3420300}"/>
    <dgm:cxn modelId="{124E22AB-4B16-4BC4-B579-30E961C318FC}" srcId="{93E4675A-C99B-474B-8C7A-6360A9E838DE}" destId="{6CD76010-E73D-4EB2-BB55-ED2068BFC6FB}" srcOrd="0" destOrd="0" parTransId="{42AE7BB7-4ABA-4161-97D2-6754682E0A09}" sibTransId="{F4B65855-57AA-45D1-A0D0-31EA29A71FBC}"/>
    <dgm:cxn modelId="{0E8254AC-9F27-4941-A384-1FED72E1390B}" type="presOf" srcId="{EB12F380-F956-40A2-B464-2B7C8C650603}" destId="{CE863519-D8FF-4BE2-A46B-DB03309CB2CA}" srcOrd="0" destOrd="0" presId="urn:microsoft.com/office/officeart/2016/7/layout/VerticalSolidActionList"/>
    <dgm:cxn modelId="{4B79B7CE-A0E7-4389-AA74-A4792E26363E}" type="presOf" srcId="{9B52EF59-8EC3-4524-98EA-83D714698DF4}" destId="{5D934D1B-AF5E-441E-B8AC-89AF27FEFD34}" srcOrd="0" destOrd="0" presId="urn:microsoft.com/office/officeart/2016/7/layout/VerticalSolidActionList"/>
    <dgm:cxn modelId="{94496ED7-6003-4C3E-B9B1-8E108F5C8496}" type="presOf" srcId="{88CA18EE-D8A9-4429-AB35-CDA70A1D4122}" destId="{10FC7D6C-25C4-4691-8FE7-4C864E013B27}" srcOrd="0" destOrd="1" presId="urn:microsoft.com/office/officeart/2016/7/layout/VerticalSolidActionList"/>
    <dgm:cxn modelId="{B47165DE-2C0D-4C71-9D5C-968E8E9A2810}" srcId="{EB12F380-F956-40A2-B464-2B7C8C650603}" destId="{0ED72BDC-281C-4D09-B869-7D3A21791140}" srcOrd="0" destOrd="0" parTransId="{AC690313-278A-4F24-BF97-C9049290EB94}" sibTransId="{BC78C625-9A49-4106-A1F5-FC85100446DB}"/>
    <dgm:cxn modelId="{7D56CEE4-E53C-4D16-AA67-78ADD933E185}" type="presOf" srcId="{5D2C386C-5EA9-4945-8378-6A518B9AB283}" destId="{AC2078EC-1C07-4BD4-853D-79DC6219165D}" srcOrd="0" destOrd="0" presId="urn:microsoft.com/office/officeart/2016/7/layout/VerticalSolidActionList"/>
    <dgm:cxn modelId="{048A1CE7-C30F-4B75-B00D-C6EE50BA7435}" srcId="{6CD76010-E73D-4EB2-BB55-ED2068BFC6FB}" destId="{59859C21-F044-4582-BA14-190035364DC0}" srcOrd="0" destOrd="0" parTransId="{3455AD89-F5B7-43DC-B6B0-7B95E3ADC565}" sibTransId="{CEEF8090-BBE6-4E46-BB19-EBFE20626EFA}"/>
    <dgm:cxn modelId="{AB38B08D-B78C-4DB7-9A0E-D93C961F247A}" type="presParOf" srcId="{5D934D1B-AF5E-441E-B8AC-89AF27FEFD34}" destId="{6A7EAC38-1A44-49DD-A8BB-AA7B4D4FAFAA}" srcOrd="0" destOrd="0" presId="urn:microsoft.com/office/officeart/2016/7/layout/VerticalSolidActionList"/>
    <dgm:cxn modelId="{F6E6A7A1-59DE-4B84-B19A-0E3F515E9A15}" type="presParOf" srcId="{6A7EAC38-1A44-49DD-A8BB-AA7B4D4FAFAA}" destId="{AC2078EC-1C07-4BD4-853D-79DC6219165D}" srcOrd="0" destOrd="0" presId="urn:microsoft.com/office/officeart/2016/7/layout/VerticalSolidActionList"/>
    <dgm:cxn modelId="{9AA21C7D-89FF-40E9-A2AF-38432FD8F04B}" type="presParOf" srcId="{6A7EAC38-1A44-49DD-A8BB-AA7B4D4FAFAA}" destId="{10FC7D6C-25C4-4691-8FE7-4C864E013B27}" srcOrd="1" destOrd="0" presId="urn:microsoft.com/office/officeart/2016/7/layout/VerticalSolidActionList"/>
    <dgm:cxn modelId="{1C2A5473-6D48-416F-BD46-33FF109C3FD3}" type="presParOf" srcId="{5D934D1B-AF5E-441E-B8AC-89AF27FEFD34}" destId="{5787FE88-1A12-4AD7-A32B-E782453411B1}" srcOrd="1" destOrd="0" presId="urn:microsoft.com/office/officeart/2016/7/layout/VerticalSolidActionList"/>
    <dgm:cxn modelId="{B357E629-0962-4309-905E-8D64A800C45B}" type="presParOf" srcId="{5D934D1B-AF5E-441E-B8AC-89AF27FEFD34}" destId="{8D84264B-9564-4A00-B06D-E9B079AAB94B}" srcOrd="2" destOrd="0" presId="urn:microsoft.com/office/officeart/2016/7/layout/VerticalSolidActionList"/>
    <dgm:cxn modelId="{5D476391-F5A3-40DB-B1E0-2FD61B49AC59}" type="presParOf" srcId="{8D84264B-9564-4A00-B06D-E9B079AAB94B}" destId="{CAF267D9-7258-403C-8301-F62F74937138}" srcOrd="0" destOrd="0" presId="urn:microsoft.com/office/officeart/2016/7/layout/VerticalSolidActionList"/>
    <dgm:cxn modelId="{571B31F1-222A-4B43-AA5E-8EFBA0C51ECE}" type="presParOf" srcId="{8D84264B-9564-4A00-B06D-E9B079AAB94B}" destId="{42AB8412-215E-485E-96C2-E9D2754C5AAD}" srcOrd="1" destOrd="0" presId="urn:microsoft.com/office/officeart/2016/7/layout/VerticalSolidActionList"/>
    <dgm:cxn modelId="{90B0100B-8A3E-43CE-BBBA-B695886EDBBF}" type="presParOf" srcId="{5D934D1B-AF5E-441E-B8AC-89AF27FEFD34}" destId="{BBA1F04F-7CAF-4662-A27D-4DCE333CC2C8}" srcOrd="3" destOrd="0" presId="urn:microsoft.com/office/officeart/2016/7/layout/VerticalSolidActionList"/>
    <dgm:cxn modelId="{F8B1D6CB-7D4F-4C7F-BB6D-7AF23C069F3D}" type="presParOf" srcId="{5D934D1B-AF5E-441E-B8AC-89AF27FEFD34}" destId="{2BEE02DA-9C6F-481E-9A1E-444BA31A8631}" srcOrd="4" destOrd="0" presId="urn:microsoft.com/office/officeart/2016/7/layout/VerticalSolidActionList"/>
    <dgm:cxn modelId="{7146C363-34CF-4D7E-A138-1FDF3A0D0DEB}" type="presParOf" srcId="{2BEE02DA-9C6F-481E-9A1E-444BA31A8631}" destId="{CE863519-D8FF-4BE2-A46B-DB03309CB2CA}" srcOrd="0" destOrd="0" presId="urn:microsoft.com/office/officeart/2016/7/layout/VerticalSolidActionList"/>
    <dgm:cxn modelId="{D3CD508E-F6E4-417A-8693-FC7ADEB74F82}" type="presParOf" srcId="{2BEE02DA-9C6F-481E-9A1E-444BA31A8631}" destId="{67E94896-329E-4D97-A630-31715646ADC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33F4DE-B08B-4D95-8E2E-450E3C442D7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0798807-FC57-412E-A248-E446DF2643B3}">
      <dgm:prSet/>
      <dgm:spPr/>
      <dgm:t>
        <a:bodyPr/>
        <a:lstStyle/>
        <a:p>
          <a:r>
            <a:rPr lang="en-US"/>
            <a:t>A Maintenance Activity or Dispatch Creates Part Demand</a:t>
          </a:r>
        </a:p>
      </dgm:t>
    </dgm:pt>
    <dgm:pt modelId="{13C6D476-97B0-4DC0-8F1C-8618028E49D0}" type="parTrans" cxnId="{901CF1E5-712D-4238-8F41-ADD42B5EE71E}">
      <dgm:prSet/>
      <dgm:spPr/>
      <dgm:t>
        <a:bodyPr/>
        <a:lstStyle/>
        <a:p>
          <a:endParaRPr lang="en-US"/>
        </a:p>
      </dgm:t>
    </dgm:pt>
    <dgm:pt modelId="{0E2037DE-C196-4676-9136-464E9CE66D6D}" type="sibTrans" cxnId="{901CF1E5-712D-4238-8F41-ADD42B5EE71E}">
      <dgm:prSet/>
      <dgm:spPr/>
      <dgm:t>
        <a:bodyPr/>
        <a:lstStyle/>
        <a:p>
          <a:endParaRPr lang="en-US"/>
        </a:p>
      </dgm:t>
    </dgm:pt>
    <dgm:pt modelId="{45CF6927-15DB-449B-B98B-D272D13DC36C}">
      <dgm:prSet/>
      <dgm:spPr/>
      <dgm:t>
        <a:bodyPr/>
        <a:lstStyle/>
        <a:p>
          <a:r>
            <a:rPr lang="en-US"/>
            <a:t>Part Demands can be linked to Purchase orders</a:t>
          </a:r>
        </a:p>
      </dgm:t>
    </dgm:pt>
    <dgm:pt modelId="{5B941389-5087-4880-996A-D3C92DA8DAEE}" type="parTrans" cxnId="{0B9135E3-5E99-4247-AE36-56E192534A33}">
      <dgm:prSet/>
      <dgm:spPr/>
      <dgm:t>
        <a:bodyPr/>
        <a:lstStyle/>
        <a:p>
          <a:endParaRPr lang="en-US"/>
        </a:p>
      </dgm:t>
    </dgm:pt>
    <dgm:pt modelId="{558CF210-64A3-4B03-BB07-E96A37F2DB60}" type="sibTrans" cxnId="{0B9135E3-5E99-4247-AE36-56E192534A33}">
      <dgm:prSet/>
      <dgm:spPr/>
      <dgm:t>
        <a:bodyPr/>
        <a:lstStyle/>
        <a:p>
          <a:endParaRPr lang="en-US"/>
        </a:p>
      </dgm:t>
    </dgm:pt>
    <dgm:pt modelId="{C5BF3B51-A691-4451-8B7E-0CE4C6F7ED33}">
      <dgm:prSet/>
      <dgm:spPr/>
      <dgm:t>
        <a:bodyPr/>
        <a:lstStyle/>
        <a:p>
          <a:r>
            <a:rPr lang="en-US"/>
            <a:t>Parts Arrive </a:t>
          </a:r>
        </a:p>
      </dgm:t>
    </dgm:pt>
    <dgm:pt modelId="{774FBE20-D79A-419D-B34D-91CCF6EA527E}" type="parTrans" cxnId="{5D0DAF4A-5A13-4524-A779-FB6BA342A7BD}">
      <dgm:prSet/>
      <dgm:spPr/>
      <dgm:t>
        <a:bodyPr/>
        <a:lstStyle/>
        <a:p>
          <a:endParaRPr lang="en-US"/>
        </a:p>
      </dgm:t>
    </dgm:pt>
    <dgm:pt modelId="{AD972E0F-A537-454D-A0C8-963CAEF3CAFF}" type="sibTrans" cxnId="{5D0DAF4A-5A13-4524-A779-FB6BA342A7BD}">
      <dgm:prSet/>
      <dgm:spPr/>
      <dgm:t>
        <a:bodyPr/>
        <a:lstStyle/>
        <a:p>
          <a:endParaRPr lang="en-US"/>
        </a:p>
      </dgm:t>
    </dgm:pt>
    <dgm:pt modelId="{E49A8AE7-50B8-47F9-A5D3-04FBB7538555}">
      <dgm:prSet/>
      <dgm:spPr/>
      <dgm:t>
        <a:bodyPr/>
        <a:lstStyle/>
        <a:p>
          <a:r>
            <a:rPr lang="en-US"/>
            <a:t>Arrivals get stocked</a:t>
          </a:r>
        </a:p>
      </dgm:t>
    </dgm:pt>
    <dgm:pt modelId="{979504AC-D746-4051-8517-3F32E26E8116}" type="parTrans" cxnId="{25C21940-89D9-4E12-A3A4-307E147D0180}">
      <dgm:prSet/>
      <dgm:spPr/>
      <dgm:t>
        <a:bodyPr/>
        <a:lstStyle/>
        <a:p>
          <a:endParaRPr lang="en-US"/>
        </a:p>
      </dgm:t>
    </dgm:pt>
    <dgm:pt modelId="{7DFCC385-44F4-4A02-87C0-072C4E22F399}" type="sibTrans" cxnId="{25C21940-89D9-4E12-A3A4-307E147D0180}">
      <dgm:prSet/>
      <dgm:spPr/>
      <dgm:t>
        <a:bodyPr/>
        <a:lstStyle/>
        <a:p>
          <a:endParaRPr lang="en-US"/>
        </a:p>
      </dgm:t>
    </dgm:pt>
    <dgm:pt modelId="{623A107E-1398-40F1-B97F-E8C83CCE91DC}">
      <dgm:prSet/>
      <dgm:spPr/>
      <dgm:t>
        <a:bodyPr/>
        <a:lstStyle/>
        <a:p>
          <a:r>
            <a:rPr lang="en-US"/>
            <a:t>Stocked items are issued to Part Demands</a:t>
          </a:r>
        </a:p>
      </dgm:t>
    </dgm:pt>
    <dgm:pt modelId="{3B20E5A9-381B-4899-8DF0-2BB24D4AB80E}" type="parTrans" cxnId="{46E2F416-0F9D-49AD-B48C-A68A77FA6492}">
      <dgm:prSet/>
      <dgm:spPr/>
      <dgm:t>
        <a:bodyPr/>
        <a:lstStyle/>
        <a:p>
          <a:endParaRPr lang="en-US"/>
        </a:p>
      </dgm:t>
    </dgm:pt>
    <dgm:pt modelId="{4392AF0D-2A4A-4CB8-A9C8-4D15A43A68CA}" type="sibTrans" cxnId="{46E2F416-0F9D-49AD-B48C-A68A77FA6492}">
      <dgm:prSet/>
      <dgm:spPr/>
      <dgm:t>
        <a:bodyPr/>
        <a:lstStyle/>
        <a:p>
          <a:endParaRPr lang="en-US"/>
        </a:p>
      </dgm:t>
    </dgm:pt>
    <dgm:pt modelId="{51E5AD3C-E5C8-4A87-87D9-E011ACC0BB04}" type="pres">
      <dgm:prSet presAssocID="{ED33F4DE-B08B-4D95-8E2E-450E3C442D7B}" presName="Name0" presStyleCnt="0">
        <dgm:presLayoutVars>
          <dgm:dir/>
          <dgm:resizeHandles val="exact"/>
        </dgm:presLayoutVars>
      </dgm:prSet>
      <dgm:spPr/>
    </dgm:pt>
    <dgm:pt modelId="{7B4AE15C-C745-4001-8253-AB1F280F4DE0}" type="pres">
      <dgm:prSet presAssocID="{80798807-FC57-412E-A248-E446DF2643B3}" presName="node" presStyleLbl="node1" presStyleIdx="0" presStyleCnt="5">
        <dgm:presLayoutVars>
          <dgm:bulletEnabled val="1"/>
        </dgm:presLayoutVars>
      </dgm:prSet>
      <dgm:spPr/>
    </dgm:pt>
    <dgm:pt modelId="{03E09BA1-0A86-444A-A4BD-3F5ECAC7E599}" type="pres">
      <dgm:prSet presAssocID="{0E2037DE-C196-4676-9136-464E9CE66D6D}" presName="sibTrans" presStyleLbl="sibTrans1D1" presStyleIdx="0" presStyleCnt="4"/>
      <dgm:spPr/>
    </dgm:pt>
    <dgm:pt modelId="{FEB4BB7C-8F19-4D88-A4D6-438FAD96AFCD}" type="pres">
      <dgm:prSet presAssocID="{0E2037DE-C196-4676-9136-464E9CE66D6D}" presName="connectorText" presStyleLbl="sibTrans1D1" presStyleIdx="0" presStyleCnt="4"/>
      <dgm:spPr/>
    </dgm:pt>
    <dgm:pt modelId="{2D555D09-C6B3-4959-94C8-8A2CC9683213}" type="pres">
      <dgm:prSet presAssocID="{45CF6927-15DB-449B-B98B-D272D13DC36C}" presName="node" presStyleLbl="node1" presStyleIdx="1" presStyleCnt="5">
        <dgm:presLayoutVars>
          <dgm:bulletEnabled val="1"/>
        </dgm:presLayoutVars>
      </dgm:prSet>
      <dgm:spPr/>
    </dgm:pt>
    <dgm:pt modelId="{BE016760-55A6-490A-BBD6-C833632C89C2}" type="pres">
      <dgm:prSet presAssocID="{558CF210-64A3-4B03-BB07-E96A37F2DB60}" presName="sibTrans" presStyleLbl="sibTrans1D1" presStyleIdx="1" presStyleCnt="4"/>
      <dgm:spPr/>
    </dgm:pt>
    <dgm:pt modelId="{EFFA47B9-CE7F-477E-913A-F0F096C9D2F4}" type="pres">
      <dgm:prSet presAssocID="{558CF210-64A3-4B03-BB07-E96A37F2DB60}" presName="connectorText" presStyleLbl="sibTrans1D1" presStyleIdx="1" presStyleCnt="4"/>
      <dgm:spPr/>
    </dgm:pt>
    <dgm:pt modelId="{728268EE-571B-4047-B633-C21AAC4E6E1F}" type="pres">
      <dgm:prSet presAssocID="{C5BF3B51-A691-4451-8B7E-0CE4C6F7ED33}" presName="node" presStyleLbl="node1" presStyleIdx="2" presStyleCnt="5">
        <dgm:presLayoutVars>
          <dgm:bulletEnabled val="1"/>
        </dgm:presLayoutVars>
      </dgm:prSet>
      <dgm:spPr/>
    </dgm:pt>
    <dgm:pt modelId="{5C6B3238-0DCA-48CA-B7D3-0FD661BA0644}" type="pres">
      <dgm:prSet presAssocID="{AD972E0F-A537-454D-A0C8-963CAEF3CAFF}" presName="sibTrans" presStyleLbl="sibTrans1D1" presStyleIdx="2" presStyleCnt="4"/>
      <dgm:spPr/>
    </dgm:pt>
    <dgm:pt modelId="{02FE25E2-7454-4B69-BC39-97A52B77D39E}" type="pres">
      <dgm:prSet presAssocID="{AD972E0F-A537-454D-A0C8-963CAEF3CAFF}" presName="connectorText" presStyleLbl="sibTrans1D1" presStyleIdx="2" presStyleCnt="4"/>
      <dgm:spPr/>
    </dgm:pt>
    <dgm:pt modelId="{96404A11-02AA-4874-B5B6-531F6E8FA878}" type="pres">
      <dgm:prSet presAssocID="{E49A8AE7-50B8-47F9-A5D3-04FBB7538555}" presName="node" presStyleLbl="node1" presStyleIdx="3" presStyleCnt="5">
        <dgm:presLayoutVars>
          <dgm:bulletEnabled val="1"/>
        </dgm:presLayoutVars>
      </dgm:prSet>
      <dgm:spPr/>
    </dgm:pt>
    <dgm:pt modelId="{786367FC-7A43-4D7F-87F0-FE3368326868}" type="pres">
      <dgm:prSet presAssocID="{7DFCC385-44F4-4A02-87C0-072C4E22F399}" presName="sibTrans" presStyleLbl="sibTrans1D1" presStyleIdx="3" presStyleCnt="4"/>
      <dgm:spPr/>
    </dgm:pt>
    <dgm:pt modelId="{68F1DB2F-05EF-4917-81B3-0F82349AA264}" type="pres">
      <dgm:prSet presAssocID="{7DFCC385-44F4-4A02-87C0-072C4E22F399}" presName="connectorText" presStyleLbl="sibTrans1D1" presStyleIdx="3" presStyleCnt="4"/>
      <dgm:spPr/>
    </dgm:pt>
    <dgm:pt modelId="{AA62B087-CBD9-4F5B-8116-A9AD2C99A1CB}" type="pres">
      <dgm:prSet presAssocID="{623A107E-1398-40F1-B97F-E8C83CCE91DC}" presName="node" presStyleLbl="node1" presStyleIdx="4" presStyleCnt="5">
        <dgm:presLayoutVars>
          <dgm:bulletEnabled val="1"/>
        </dgm:presLayoutVars>
      </dgm:prSet>
      <dgm:spPr/>
    </dgm:pt>
  </dgm:ptLst>
  <dgm:cxnLst>
    <dgm:cxn modelId="{46E2F416-0F9D-49AD-B48C-A68A77FA6492}" srcId="{ED33F4DE-B08B-4D95-8E2E-450E3C442D7B}" destId="{623A107E-1398-40F1-B97F-E8C83CCE91DC}" srcOrd="4" destOrd="0" parTransId="{3B20E5A9-381B-4899-8DF0-2BB24D4AB80E}" sibTransId="{4392AF0D-2A4A-4CB8-A9C8-4D15A43A68CA}"/>
    <dgm:cxn modelId="{90883E17-569E-4925-B9C9-E4406B466100}" type="presOf" srcId="{0E2037DE-C196-4676-9136-464E9CE66D6D}" destId="{FEB4BB7C-8F19-4D88-A4D6-438FAD96AFCD}" srcOrd="1" destOrd="0" presId="urn:microsoft.com/office/officeart/2016/7/layout/RepeatingBendingProcessNew"/>
    <dgm:cxn modelId="{4A0A6E2F-A2CA-4FB9-A0E0-0A29A5EA8632}" type="presOf" srcId="{7DFCC385-44F4-4A02-87C0-072C4E22F399}" destId="{786367FC-7A43-4D7F-87F0-FE3368326868}" srcOrd="0" destOrd="0" presId="urn:microsoft.com/office/officeart/2016/7/layout/RepeatingBendingProcessNew"/>
    <dgm:cxn modelId="{25C21940-89D9-4E12-A3A4-307E147D0180}" srcId="{ED33F4DE-B08B-4D95-8E2E-450E3C442D7B}" destId="{E49A8AE7-50B8-47F9-A5D3-04FBB7538555}" srcOrd="3" destOrd="0" parTransId="{979504AC-D746-4051-8517-3F32E26E8116}" sibTransId="{7DFCC385-44F4-4A02-87C0-072C4E22F399}"/>
    <dgm:cxn modelId="{F7EE765E-9A4A-48A0-9F6C-B23EA38325D5}" type="presOf" srcId="{AD972E0F-A537-454D-A0C8-963CAEF3CAFF}" destId="{5C6B3238-0DCA-48CA-B7D3-0FD661BA0644}" srcOrd="0" destOrd="0" presId="urn:microsoft.com/office/officeart/2016/7/layout/RepeatingBendingProcessNew"/>
    <dgm:cxn modelId="{5D0DAF4A-5A13-4524-A779-FB6BA342A7BD}" srcId="{ED33F4DE-B08B-4D95-8E2E-450E3C442D7B}" destId="{C5BF3B51-A691-4451-8B7E-0CE4C6F7ED33}" srcOrd="2" destOrd="0" parTransId="{774FBE20-D79A-419D-B34D-91CCF6EA527E}" sibTransId="{AD972E0F-A537-454D-A0C8-963CAEF3CAFF}"/>
    <dgm:cxn modelId="{028CB74B-F64D-4E4D-A2E7-86503B894934}" type="presOf" srcId="{ED33F4DE-B08B-4D95-8E2E-450E3C442D7B}" destId="{51E5AD3C-E5C8-4A87-87D9-E011ACC0BB04}" srcOrd="0" destOrd="0" presId="urn:microsoft.com/office/officeart/2016/7/layout/RepeatingBendingProcessNew"/>
    <dgm:cxn modelId="{A153A071-7EF3-4AE3-9881-22B6C5B5090E}" type="presOf" srcId="{AD972E0F-A537-454D-A0C8-963CAEF3CAFF}" destId="{02FE25E2-7454-4B69-BC39-97A52B77D39E}" srcOrd="1" destOrd="0" presId="urn:microsoft.com/office/officeart/2016/7/layout/RepeatingBendingProcessNew"/>
    <dgm:cxn modelId="{7C91F484-D0A7-435B-A505-5F76117413B2}" type="presOf" srcId="{E49A8AE7-50B8-47F9-A5D3-04FBB7538555}" destId="{96404A11-02AA-4874-B5B6-531F6E8FA878}" srcOrd="0" destOrd="0" presId="urn:microsoft.com/office/officeart/2016/7/layout/RepeatingBendingProcessNew"/>
    <dgm:cxn modelId="{D3B29486-16A7-4F71-8171-6587DC80CEBB}" type="presOf" srcId="{558CF210-64A3-4B03-BB07-E96A37F2DB60}" destId="{EFFA47B9-CE7F-477E-913A-F0F096C9D2F4}" srcOrd="1" destOrd="0" presId="urn:microsoft.com/office/officeart/2016/7/layout/RepeatingBendingProcessNew"/>
    <dgm:cxn modelId="{EC12878F-F5F8-472B-AEDF-EB7E9F71B795}" type="presOf" srcId="{0E2037DE-C196-4676-9136-464E9CE66D6D}" destId="{03E09BA1-0A86-444A-A4BD-3F5ECAC7E599}" srcOrd="0" destOrd="0" presId="urn:microsoft.com/office/officeart/2016/7/layout/RepeatingBendingProcessNew"/>
    <dgm:cxn modelId="{6DF61B96-C6E1-47E9-9788-F44A3CD10F69}" type="presOf" srcId="{623A107E-1398-40F1-B97F-E8C83CCE91DC}" destId="{AA62B087-CBD9-4F5B-8116-A9AD2C99A1CB}" srcOrd="0" destOrd="0" presId="urn:microsoft.com/office/officeart/2016/7/layout/RepeatingBendingProcessNew"/>
    <dgm:cxn modelId="{DF78F19F-DB55-4D2A-8353-230868701E11}" type="presOf" srcId="{45CF6927-15DB-449B-B98B-D272D13DC36C}" destId="{2D555D09-C6B3-4959-94C8-8A2CC9683213}" srcOrd="0" destOrd="0" presId="urn:microsoft.com/office/officeart/2016/7/layout/RepeatingBendingProcessNew"/>
    <dgm:cxn modelId="{14D0C8A3-651E-464F-870A-3B84889D378B}" type="presOf" srcId="{558CF210-64A3-4B03-BB07-E96A37F2DB60}" destId="{BE016760-55A6-490A-BBD6-C833632C89C2}" srcOrd="0" destOrd="0" presId="urn:microsoft.com/office/officeart/2016/7/layout/RepeatingBendingProcessNew"/>
    <dgm:cxn modelId="{06CFCCB3-48F1-4803-95F3-467709529B03}" type="presOf" srcId="{80798807-FC57-412E-A248-E446DF2643B3}" destId="{7B4AE15C-C745-4001-8253-AB1F280F4DE0}" srcOrd="0" destOrd="0" presId="urn:microsoft.com/office/officeart/2016/7/layout/RepeatingBendingProcessNew"/>
    <dgm:cxn modelId="{1A01F5C0-5030-4745-93F5-56716DC85819}" type="presOf" srcId="{7DFCC385-44F4-4A02-87C0-072C4E22F399}" destId="{68F1DB2F-05EF-4917-81B3-0F82349AA264}" srcOrd="1" destOrd="0" presId="urn:microsoft.com/office/officeart/2016/7/layout/RepeatingBendingProcessNew"/>
    <dgm:cxn modelId="{5FEAF7D7-E1C5-4379-AEC1-E311C8151368}" type="presOf" srcId="{C5BF3B51-A691-4451-8B7E-0CE4C6F7ED33}" destId="{728268EE-571B-4047-B633-C21AAC4E6E1F}" srcOrd="0" destOrd="0" presId="urn:microsoft.com/office/officeart/2016/7/layout/RepeatingBendingProcessNew"/>
    <dgm:cxn modelId="{0B9135E3-5E99-4247-AE36-56E192534A33}" srcId="{ED33F4DE-B08B-4D95-8E2E-450E3C442D7B}" destId="{45CF6927-15DB-449B-B98B-D272D13DC36C}" srcOrd="1" destOrd="0" parTransId="{5B941389-5087-4880-996A-D3C92DA8DAEE}" sibTransId="{558CF210-64A3-4B03-BB07-E96A37F2DB60}"/>
    <dgm:cxn modelId="{901CF1E5-712D-4238-8F41-ADD42B5EE71E}" srcId="{ED33F4DE-B08B-4D95-8E2E-450E3C442D7B}" destId="{80798807-FC57-412E-A248-E446DF2643B3}" srcOrd="0" destOrd="0" parTransId="{13C6D476-97B0-4DC0-8F1C-8618028E49D0}" sibTransId="{0E2037DE-C196-4676-9136-464E9CE66D6D}"/>
    <dgm:cxn modelId="{D9EAB2BB-7297-45D0-8D22-351E0C03924D}" type="presParOf" srcId="{51E5AD3C-E5C8-4A87-87D9-E011ACC0BB04}" destId="{7B4AE15C-C745-4001-8253-AB1F280F4DE0}" srcOrd="0" destOrd="0" presId="urn:microsoft.com/office/officeart/2016/7/layout/RepeatingBendingProcessNew"/>
    <dgm:cxn modelId="{CEE4D580-91E3-454B-82C4-3FF1F917F491}" type="presParOf" srcId="{51E5AD3C-E5C8-4A87-87D9-E011ACC0BB04}" destId="{03E09BA1-0A86-444A-A4BD-3F5ECAC7E599}" srcOrd="1" destOrd="0" presId="urn:microsoft.com/office/officeart/2016/7/layout/RepeatingBendingProcessNew"/>
    <dgm:cxn modelId="{D8514991-01F5-42E0-BA5E-7DA01E05ECFB}" type="presParOf" srcId="{03E09BA1-0A86-444A-A4BD-3F5ECAC7E599}" destId="{FEB4BB7C-8F19-4D88-A4D6-438FAD96AFCD}" srcOrd="0" destOrd="0" presId="urn:microsoft.com/office/officeart/2016/7/layout/RepeatingBendingProcessNew"/>
    <dgm:cxn modelId="{2F8329AB-DB62-4C90-A882-498903B92158}" type="presParOf" srcId="{51E5AD3C-E5C8-4A87-87D9-E011ACC0BB04}" destId="{2D555D09-C6B3-4959-94C8-8A2CC9683213}" srcOrd="2" destOrd="0" presId="urn:microsoft.com/office/officeart/2016/7/layout/RepeatingBendingProcessNew"/>
    <dgm:cxn modelId="{3668C01C-9391-4310-997F-17E4E12643F5}" type="presParOf" srcId="{51E5AD3C-E5C8-4A87-87D9-E011ACC0BB04}" destId="{BE016760-55A6-490A-BBD6-C833632C89C2}" srcOrd="3" destOrd="0" presId="urn:microsoft.com/office/officeart/2016/7/layout/RepeatingBendingProcessNew"/>
    <dgm:cxn modelId="{CA35C0F8-9C04-493A-ACAF-20783A04C9D6}" type="presParOf" srcId="{BE016760-55A6-490A-BBD6-C833632C89C2}" destId="{EFFA47B9-CE7F-477E-913A-F0F096C9D2F4}" srcOrd="0" destOrd="0" presId="urn:microsoft.com/office/officeart/2016/7/layout/RepeatingBendingProcessNew"/>
    <dgm:cxn modelId="{A09668BE-484D-4EBE-91EF-A9E609DF6267}" type="presParOf" srcId="{51E5AD3C-E5C8-4A87-87D9-E011ACC0BB04}" destId="{728268EE-571B-4047-B633-C21AAC4E6E1F}" srcOrd="4" destOrd="0" presId="urn:microsoft.com/office/officeart/2016/7/layout/RepeatingBendingProcessNew"/>
    <dgm:cxn modelId="{C4FA3667-A521-41C0-9AE6-B1AA12711571}" type="presParOf" srcId="{51E5AD3C-E5C8-4A87-87D9-E011ACC0BB04}" destId="{5C6B3238-0DCA-48CA-B7D3-0FD661BA0644}" srcOrd="5" destOrd="0" presId="urn:microsoft.com/office/officeart/2016/7/layout/RepeatingBendingProcessNew"/>
    <dgm:cxn modelId="{70165BFF-3E94-40F4-8413-86565F1FFAD7}" type="presParOf" srcId="{5C6B3238-0DCA-48CA-B7D3-0FD661BA0644}" destId="{02FE25E2-7454-4B69-BC39-97A52B77D39E}" srcOrd="0" destOrd="0" presId="urn:microsoft.com/office/officeart/2016/7/layout/RepeatingBendingProcessNew"/>
    <dgm:cxn modelId="{16BB46BB-AAB4-4F15-9C05-1FE00E10C342}" type="presParOf" srcId="{51E5AD3C-E5C8-4A87-87D9-E011ACC0BB04}" destId="{96404A11-02AA-4874-B5B6-531F6E8FA878}" srcOrd="6" destOrd="0" presId="urn:microsoft.com/office/officeart/2016/7/layout/RepeatingBendingProcessNew"/>
    <dgm:cxn modelId="{566DB725-5D1E-4253-9D5A-92D8603C3E59}" type="presParOf" srcId="{51E5AD3C-E5C8-4A87-87D9-E011ACC0BB04}" destId="{786367FC-7A43-4D7F-87F0-FE3368326868}" srcOrd="7" destOrd="0" presId="urn:microsoft.com/office/officeart/2016/7/layout/RepeatingBendingProcessNew"/>
    <dgm:cxn modelId="{1990115C-E4DC-477E-9708-90FE36BA7B1A}" type="presParOf" srcId="{786367FC-7A43-4D7F-87F0-FE3368326868}" destId="{68F1DB2F-05EF-4917-81B3-0F82349AA264}" srcOrd="0" destOrd="0" presId="urn:microsoft.com/office/officeart/2016/7/layout/RepeatingBendingProcessNew"/>
    <dgm:cxn modelId="{BF5A4968-DA0D-4AE6-A50B-A6E2A6D2F3E8}" type="presParOf" srcId="{51E5AD3C-E5C8-4A87-87D9-E011ACC0BB04}" destId="{AA62B087-CBD9-4F5B-8116-A9AD2C99A1CB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6E9A245-A154-4FDF-8B5F-E34065768B0E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5FD182-1D88-40E2-AF22-BEB524EF3708}">
      <dgm:prSet/>
      <dgm:spPr/>
      <dgm:t>
        <a:bodyPr/>
        <a:lstStyle/>
        <a:p>
          <a:pPr>
            <a:defRPr b="1"/>
          </a:pPr>
          <a:r>
            <a:rPr lang="en-US"/>
            <a:t>Multi Dimensional Status</a:t>
          </a:r>
        </a:p>
      </dgm:t>
    </dgm:pt>
    <dgm:pt modelId="{6A0D2B9C-40C6-4C52-BA05-CE32D5FFD5DD}" type="parTrans" cxnId="{E5A68ECE-65ED-4C8B-B417-5DBC03FECA48}">
      <dgm:prSet/>
      <dgm:spPr/>
      <dgm:t>
        <a:bodyPr/>
        <a:lstStyle/>
        <a:p>
          <a:endParaRPr lang="en-US"/>
        </a:p>
      </dgm:t>
    </dgm:pt>
    <dgm:pt modelId="{EB28DDD1-FD11-48DB-AB41-53F9A38F1F5F}" type="sibTrans" cxnId="{E5A68ECE-65ED-4C8B-B417-5DBC03FECA48}">
      <dgm:prSet/>
      <dgm:spPr/>
      <dgm:t>
        <a:bodyPr/>
        <a:lstStyle/>
        <a:p>
          <a:endParaRPr lang="en-US"/>
        </a:p>
      </dgm:t>
    </dgm:pt>
    <dgm:pt modelId="{55A2951B-6A1D-4C99-AF79-AF1993DE54AF}">
      <dgm:prSet/>
      <dgm:spPr/>
      <dgm:t>
        <a:bodyPr/>
        <a:lstStyle/>
        <a:p>
          <a:r>
            <a:rPr lang="en-US"/>
            <a:t>Approval, Purchasing State, and Physical Issue state of parts</a:t>
          </a:r>
        </a:p>
      </dgm:t>
    </dgm:pt>
    <dgm:pt modelId="{043A3D29-82B8-4A76-80F4-AA3F32E3447C}" type="parTrans" cxnId="{711AA541-BE94-4DCE-9E09-A7D36BFBAA3E}">
      <dgm:prSet/>
      <dgm:spPr/>
      <dgm:t>
        <a:bodyPr/>
        <a:lstStyle/>
        <a:p>
          <a:endParaRPr lang="en-US"/>
        </a:p>
      </dgm:t>
    </dgm:pt>
    <dgm:pt modelId="{D3531A10-478F-4B6A-B4FB-8EC54DBC5D08}" type="sibTrans" cxnId="{711AA541-BE94-4DCE-9E09-A7D36BFBAA3E}">
      <dgm:prSet/>
      <dgm:spPr/>
      <dgm:t>
        <a:bodyPr/>
        <a:lstStyle/>
        <a:p>
          <a:endParaRPr lang="en-US"/>
        </a:p>
      </dgm:t>
    </dgm:pt>
    <dgm:pt modelId="{2ED1CCED-AE95-4EB9-B7C0-43B9F135556D}">
      <dgm:prSet/>
      <dgm:spPr/>
      <dgm:t>
        <a:bodyPr/>
        <a:lstStyle/>
        <a:p>
          <a:r>
            <a:rPr lang="en-US"/>
            <a:t>Users often grab parts and self issue without telling supply</a:t>
          </a:r>
        </a:p>
      </dgm:t>
    </dgm:pt>
    <dgm:pt modelId="{B4B950BC-7E2F-402B-8919-722E9DE237DD}" type="parTrans" cxnId="{55A4379E-3AF5-4AC5-BB57-D8D30247473E}">
      <dgm:prSet/>
      <dgm:spPr/>
      <dgm:t>
        <a:bodyPr/>
        <a:lstStyle/>
        <a:p>
          <a:endParaRPr lang="en-US"/>
        </a:p>
      </dgm:t>
    </dgm:pt>
    <dgm:pt modelId="{16DFDB85-37FA-4281-B785-FD96AD6E964E}" type="sibTrans" cxnId="{55A4379E-3AF5-4AC5-BB57-D8D30247473E}">
      <dgm:prSet/>
      <dgm:spPr/>
      <dgm:t>
        <a:bodyPr/>
        <a:lstStyle/>
        <a:p>
          <a:endParaRPr lang="en-US"/>
        </a:p>
      </dgm:t>
    </dgm:pt>
    <dgm:pt modelId="{3DDBE802-3A04-4CBE-B5AC-79230BD828B9}">
      <dgm:prSet/>
      <dgm:spPr/>
      <dgm:t>
        <a:bodyPr/>
        <a:lstStyle/>
        <a:p>
          <a:r>
            <a:rPr lang="en-US"/>
            <a:t>Gives users the ability to track the TRUTH and provides tools to make corrections</a:t>
          </a:r>
        </a:p>
      </dgm:t>
    </dgm:pt>
    <dgm:pt modelId="{F1C1611F-0112-4F4B-9259-E39161A89C22}" type="parTrans" cxnId="{B49C1792-9975-4D37-BBE1-BCF092CBA705}">
      <dgm:prSet/>
      <dgm:spPr/>
      <dgm:t>
        <a:bodyPr/>
        <a:lstStyle/>
        <a:p>
          <a:endParaRPr lang="en-US"/>
        </a:p>
      </dgm:t>
    </dgm:pt>
    <dgm:pt modelId="{5E203726-7355-47D4-9599-22084A856664}" type="sibTrans" cxnId="{B49C1792-9975-4D37-BBE1-BCF092CBA705}">
      <dgm:prSet/>
      <dgm:spPr/>
      <dgm:t>
        <a:bodyPr/>
        <a:lstStyle/>
        <a:p>
          <a:endParaRPr lang="en-US"/>
        </a:p>
      </dgm:t>
    </dgm:pt>
    <dgm:pt modelId="{816C89B1-C1B5-4BF4-9C69-C6A11CE7E11C}">
      <dgm:prSet/>
      <dgm:spPr/>
      <dgm:t>
        <a:bodyPr/>
        <a:lstStyle/>
        <a:p>
          <a:pPr>
            <a:defRPr b="1"/>
          </a:pPr>
          <a:r>
            <a:rPr lang="en-US"/>
            <a:t>Visual Stocking and Part finding</a:t>
          </a:r>
        </a:p>
      </dgm:t>
    </dgm:pt>
    <dgm:pt modelId="{8BF095E8-34C8-430A-8B8A-19B9A55FFB73}" type="parTrans" cxnId="{C363B58C-5775-482E-AE84-4FC26A7DC490}">
      <dgm:prSet/>
      <dgm:spPr/>
      <dgm:t>
        <a:bodyPr/>
        <a:lstStyle/>
        <a:p>
          <a:endParaRPr lang="en-US"/>
        </a:p>
      </dgm:t>
    </dgm:pt>
    <dgm:pt modelId="{485307E1-1762-47DB-A1FC-39B62E089565}" type="sibTrans" cxnId="{C363B58C-5775-482E-AE84-4FC26A7DC490}">
      <dgm:prSet/>
      <dgm:spPr/>
      <dgm:t>
        <a:bodyPr/>
        <a:lstStyle/>
        <a:p>
          <a:endParaRPr lang="en-US"/>
        </a:p>
      </dgm:t>
    </dgm:pt>
    <dgm:pt modelId="{0C694C27-2D2A-4C04-8BEA-AAE2639BB28B}">
      <dgm:prSet/>
      <dgm:spPr/>
      <dgm:t>
        <a:bodyPr/>
        <a:lstStyle/>
        <a:p>
          <a:r>
            <a:rPr lang="en-US"/>
            <a:t>Allows inventory managers to select locations within the warehouse and place parts</a:t>
          </a:r>
        </a:p>
      </dgm:t>
    </dgm:pt>
    <dgm:pt modelId="{8446A18D-5E16-43E7-94D6-A0244C83B8E4}" type="parTrans" cxnId="{5719F4A0-FB20-448C-9C93-68183E2C0379}">
      <dgm:prSet/>
      <dgm:spPr/>
      <dgm:t>
        <a:bodyPr/>
        <a:lstStyle/>
        <a:p>
          <a:endParaRPr lang="en-US"/>
        </a:p>
      </dgm:t>
    </dgm:pt>
    <dgm:pt modelId="{5BDAF0C4-4FF6-4434-B742-40758BAB50E8}" type="sibTrans" cxnId="{5719F4A0-FB20-448C-9C93-68183E2C0379}">
      <dgm:prSet/>
      <dgm:spPr/>
      <dgm:t>
        <a:bodyPr/>
        <a:lstStyle/>
        <a:p>
          <a:endParaRPr lang="en-US"/>
        </a:p>
      </dgm:t>
    </dgm:pt>
    <dgm:pt modelId="{5289BD6A-438F-43BF-BAC8-0F92BFECE947}" type="pres">
      <dgm:prSet presAssocID="{E6E9A245-A154-4FDF-8B5F-E34065768B0E}" presName="root" presStyleCnt="0">
        <dgm:presLayoutVars>
          <dgm:dir/>
          <dgm:resizeHandles val="exact"/>
        </dgm:presLayoutVars>
      </dgm:prSet>
      <dgm:spPr/>
    </dgm:pt>
    <dgm:pt modelId="{5352E068-FA2E-4BC8-8C8E-975B3FEE7121}" type="pres">
      <dgm:prSet presAssocID="{775FD182-1D88-40E2-AF22-BEB524EF3708}" presName="compNode" presStyleCnt="0"/>
      <dgm:spPr/>
    </dgm:pt>
    <dgm:pt modelId="{54434B9A-3AC1-491C-99AF-9A51242091E0}" type="pres">
      <dgm:prSet presAssocID="{775FD182-1D88-40E2-AF22-BEB524EF3708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with solid fill"/>
        </a:ext>
      </dgm:extLst>
    </dgm:pt>
    <dgm:pt modelId="{90EA08FA-053D-4933-9D3C-351BA361E2D1}" type="pres">
      <dgm:prSet presAssocID="{775FD182-1D88-40E2-AF22-BEB524EF3708}" presName="iconSpace" presStyleCnt="0"/>
      <dgm:spPr/>
    </dgm:pt>
    <dgm:pt modelId="{2DCC8663-56BE-4BC4-95FE-01E0E7112A63}" type="pres">
      <dgm:prSet presAssocID="{775FD182-1D88-40E2-AF22-BEB524EF3708}" presName="parTx" presStyleLbl="revTx" presStyleIdx="0" presStyleCnt="4">
        <dgm:presLayoutVars>
          <dgm:chMax val="0"/>
          <dgm:chPref val="0"/>
        </dgm:presLayoutVars>
      </dgm:prSet>
      <dgm:spPr/>
    </dgm:pt>
    <dgm:pt modelId="{AAAE5B64-0AC5-4DCA-99DA-2004AEBDABFC}" type="pres">
      <dgm:prSet presAssocID="{775FD182-1D88-40E2-AF22-BEB524EF3708}" presName="txSpace" presStyleCnt="0"/>
      <dgm:spPr/>
    </dgm:pt>
    <dgm:pt modelId="{5ADFAF2E-A93C-4302-94CA-AF690FF5B920}" type="pres">
      <dgm:prSet presAssocID="{775FD182-1D88-40E2-AF22-BEB524EF3708}" presName="desTx" presStyleLbl="revTx" presStyleIdx="1" presStyleCnt="4">
        <dgm:presLayoutVars/>
      </dgm:prSet>
      <dgm:spPr/>
    </dgm:pt>
    <dgm:pt modelId="{67FD95C5-B405-4DB9-9C6C-A0453339B874}" type="pres">
      <dgm:prSet presAssocID="{EB28DDD1-FD11-48DB-AB41-53F9A38F1F5F}" presName="sibTrans" presStyleCnt="0"/>
      <dgm:spPr/>
    </dgm:pt>
    <dgm:pt modelId="{F6732037-A799-476F-A2FF-1557D3CB5D8D}" type="pres">
      <dgm:prSet presAssocID="{816C89B1-C1B5-4BF4-9C69-C6A11CE7E11C}" presName="compNode" presStyleCnt="0"/>
      <dgm:spPr/>
    </dgm:pt>
    <dgm:pt modelId="{AFF96D57-DE9E-400B-89ED-ADBE3B3702AD}" type="pres">
      <dgm:prSet presAssocID="{816C89B1-C1B5-4BF4-9C69-C6A11CE7E11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8ECFDF4C-C275-42FE-81B0-A8422AB07BDB}" type="pres">
      <dgm:prSet presAssocID="{816C89B1-C1B5-4BF4-9C69-C6A11CE7E11C}" presName="iconSpace" presStyleCnt="0"/>
      <dgm:spPr/>
    </dgm:pt>
    <dgm:pt modelId="{5B0BD821-C2D2-4901-BA02-8CD28F8D0486}" type="pres">
      <dgm:prSet presAssocID="{816C89B1-C1B5-4BF4-9C69-C6A11CE7E11C}" presName="parTx" presStyleLbl="revTx" presStyleIdx="2" presStyleCnt="4">
        <dgm:presLayoutVars>
          <dgm:chMax val="0"/>
          <dgm:chPref val="0"/>
        </dgm:presLayoutVars>
      </dgm:prSet>
      <dgm:spPr/>
    </dgm:pt>
    <dgm:pt modelId="{3AF9B333-0648-43B7-93B2-25F3CB6E9737}" type="pres">
      <dgm:prSet presAssocID="{816C89B1-C1B5-4BF4-9C69-C6A11CE7E11C}" presName="txSpace" presStyleCnt="0"/>
      <dgm:spPr/>
    </dgm:pt>
    <dgm:pt modelId="{595A02EC-99FA-4F7C-9F03-6C2DAA7AABC6}" type="pres">
      <dgm:prSet presAssocID="{816C89B1-C1B5-4BF4-9C69-C6A11CE7E11C}" presName="desTx" presStyleLbl="revTx" presStyleIdx="3" presStyleCnt="4">
        <dgm:presLayoutVars/>
      </dgm:prSet>
      <dgm:spPr/>
    </dgm:pt>
  </dgm:ptLst>
  <dgm:cxnLst>
    <dgm:cxn modelId="{711AA541-BE94-4DCE-9E09-A7D36BFBAA3E}" srcId="{775FD182-1D88-40E2-AF22-BEB524EF3708}" destId="{55A2951B-6A1D-4C99-AF79-AF1993DE54AF}" srcOrd="0" destOrd="0" parTransId="{043A3D29-82B8-4A76-80F4-AA3F32E3447C}" sibTransId="{D3531A10-478F-4B6A-B4FB-8EC54DBC5D08}"/>
    <dgm:cxn modelId="{8A4C0066-279C-4FB2-BF3C-A2020D945882}" type="presOf" srcId="{0C694C27-2D2A-4C04-8BEA-AAE2639BB28B}" destId="{595A02EC-99FA-4F7C-9F03-6C2DAA7AABC6}" srcOrd="0" destOrd="0" presId="urn:microsoft.com/office/officeart/2018/2/layout/IconLabelDescriptionList"/>
    <dgm:cxn modelId="{69D35167-43ED-412B-B5A8-DAAA4B311043}" type="presOf" srcId="{E6E9A245-A154-4FDF-8B5F-E34065768B0E}" destId="{5289BD6A-438F-43BF-BAC8-0F92BFECE947}" srcOrd="0" destOrd="0" presId="urn:microsoft.com/office/officeart/2018/2/layout/IconLabelDescriptionList"/>
    <dgm:cxn modelId="{6B2F636C-6069-43A2-B622-9C7D49398F03}" type="presOf" srcId="{775FD182-1D88-40E2-AF22-BEB524EF3708}" destId="{2DCC8663-56BE-4BC4-95FE-01E0E7112A63}" srcOrd="0" destOrd="0" presId="urn:microsoft.com/office/officeart/2018/2/layout/IconLabelDescriptionList"/>
    <dgm:cxn modelId="{DF67A64C-7536-4CF3-BE45-1E690E1753A6}" type="presOf" srcId="{816C89B1-C1B5-4BF4-9C69-C6A11CE7E11C}" destId="{5B0BD821-C2D2-4901-BA02-8CD28F8D0486}" srcOrd="0" destOrd="0" presId="urn:microsoft.com/office/officeart/2018/2/layout/IconLabelDescriptionList"/>
    <dgm:cxn modelId="{A12BBC5A-1F84-406F-BFBF-A95401EEBF83}" type="presOf" srcId="{2ED1CCED-AE95-4EB9-B7C0-43B9F135556D}" destId="{5ADFAF2E-A93C-4302-94CA-AF690FF5B920}" srcOrd="0" destOrd="1" presId="urn:microsoft.com/office/officeart/2018/2/layout/IconLabelDescriptionList"/>
    <dgm:cxn modelId="{CDB42585-072D-4405-B7DF-8072EF177A1A}" type="presOf" srcId="{55A2951B-6A1D-4C99-AF79-AF1993DE54AF}" destId="{5ADFAF2E-A93C-4302-94CA-AF690FF5B920}" srcOrd="0" destOrd="0" presId="urn:microsoft.com/office/officeart/2018/2/layout/IconLabelDescriptionList"/>
    <dgm:cxn modelId="{C363B58C-5775-482E-AE84-4FC26A7DC490}" srcId="{E6E9A245-A154-4FDF-8B5F-E34065768B0E}" destId="{816C89B1-C1B5-4BF4-9C69-C6A11CE7E11C}" srcOrd="1" destOrd="0" parTransId="{8BF095E8-34C8-430A-8B8A-19B9A55FFB73}" sibTransId="{485307E1-1762-47DB-A1FC-39B62E089565}"/>
    <dgm:cxn modelId="{B49C1792-9975-4D37-BBE1-BCF092CBA705}" srcId="{775FD182-1D88-40E2-AF22-BEB524EF3708}" destId="{3DDBE802-3A04-4CBE-B5AC-79230BD828B9}" srcOrd="2" destOrd="0" parTransId="{F1C1611F-0112-4F4B-9259-E39161A89C22}" sibTransId="{5E203726-7355-47D4-9599-22084A856664}"/>
    <dgm:cxn modelId="{55A4379E-3AF5-4AC5-BB57-D8D30247473E}" srcId="{775FD182-1D88-40E2-AF22-BEB524EF3708}" destId="{2ED1CCED-AE95-4EB9-B7C0-43B9F135556D}" srcOrd="1" destOrd="0" parTransId="{B4B950BC-7E2F-402B-8919-722E9DE237DD}" sibTransId="{16DFDB85-37FA-4281-B785-FD96AD6E964E}"/>
    <dgm:cxn modelId="{5719F4A0-FB20-448C-9C93-68183E2C0379}" srcId="{816C89B1-C1B5-4BF4-9C69-C6A11CE7E11C}" destId="{0C694C27-2D2A-4C04-8BEA-AAE2639BB28B}" srcOrd="0" destOrd="0" parTransId="{8446A18D-5E16-43E7-94D6-A0244C83B8E4}" sibTransId="{5BDAF0C4-4FF6-4434-B742-40758BAB50E8}"/>
    <dgm:cxn modelId="{A3D94DA7-10D6-4BB4-8D21-F1EC719EC3A7}" type="presOf" srcId="{3DDBE802-3A04-4CBE-B5AC-79230BD828B9}" destId="{5ADFAF2E-A93C-4302-94CA-AF690FF5B920}" srcOrd="0" destOrd="2" presId="urn:microsoft.com/office/officeart/2018/2/layout/IconLabelDescriptionList"/>
    <dgm:cxn modelId="{E5A68ECE-65ED-4C8B-B417-5DBC03FECA48}" srcId="{E6E9A245-A154-4FDF-8B5F-E34065768B0E}" destId="{775FD182-1D88-40E2-AF22-BEB524EF3708}" srcOrd="0" destOrd="0" parTransId="{6A0D2B9C-40C6-4C52-BA05-CE32D5FFD5DD}" sibTransId="{EB28DDD1-FD11-48DB-AB41-53F9A38F1F5F}"/>
    <dgm:cxn modelId="{A0552614-B300-4183-9EF4-C9B11AB7667D}" type="presParOf" srcId="{5289BD6A-438F-43BF-BAC8-0F92BFECE947}" destId="{5352E068-FA2E-4BC8-8C8E-975B3FEE7121}" srcOrd="0" destOrd="0" presId="urn:microsoft.com/office/officeart/2018/2/layout/IconLabelDescriptionList"/>
    <dgm:cxn modelId="{B9D86602-A31F-4091-A9DC-63468D6B3FF2}" type="presParOf" srcId="{5352E068-FA2E-4BC8-8C8E-975B3FEE7121}" destId="{54434B9A-3AC1-491C-99AF-9A51242091E0}" srcOrd="0" destOrd="0" presId="urn:microsoft.com/office/officeart/2018/2/layout/IconLabelDescriptionList"/>
    <dgm:cxn modelId="{D8A6172C-CBFF-4E69-ACBC-31C5689CE1D4}" type="presParOf" srcId="{5352E068-FA2E-4BC8-8C8E-975B3FEE7121}" destId="{90EA08FA-053D-4933-9D3C-351BA361E2D1}" srcOrd="1" destOrd="0" presId="urn:microsoft.com/office/officeart/2018/2/layout/IconLabelDescriptionList"/>
    <dgm:cxn modelId="{21AD2AAC-1E66-4A5E-BB48-DCAB48265C28}" type="presParOf" srcId="{5352E068-FA2E-4BC8-8C8E-975B3FEE7121}" destId="{2DCC8663-56BE-4BC4-95FE-01E0E7112A63}" srcOrd="2" destOrd="0" presId="urn:microsoft.com/office/officeart/2018/2/layout/IconLabelDescriptionList"/>
    <dgm:cxn modelId="{528995FA-D63F-4E01-83A3-349E6F145E4C}" type="presParOf" srcId="{5352E068-FA2E-4BC8-8C8E-975B3FEE7121}" destId="{AAAE5B64-0AC5-4DCA-99DA-2004AEBDABFC}" srcOrd="3" destOrd="0" presId="urn:microsoft.com/office/officeart/2018/2/layout/IconLabelDescriptionList"/>
    <dgm:cxn modelId="{F1720D7B-F9BD-4AF9-8AAF-77AB4E3B882D}" type="presParOf" srcId="{5352E068-FA2E-4BC8-8C8E-975B3FEE7121}" destId="{5ADFAF2E-A93C-4302-94CA-AF690FF5B920}" srcOrd="4" destOrd="0" presId="urn:microsoft.com/office/officeart/2018/2/layout/IconLabelDescriptionList"/>
    <dgm:cxn modelId="{0E7AD6EC-7B17-434A-96AE-E8EDEBAE2590}" type="presParOf" srcId="{5289BD6A-438F-43BF-BAC8-0F92BFECE947}" destId="{67FD95C5-B405-4DB9-9C6C-A0453339B874}" srcOrd="1" destOrd="0" presId="urn:microsoft.com/office/officeart/2018/2/layout/IconLabelDescriptionList"/>
    <dgm:cxn modelId="{BACF01FA-86EF-4DFB-A220-C9EA988A8C9B}" type="presParOf" srcId="{5289BD6A-438F-43BF-BAC8-0F92BFECE947}" destId="{F6732037-A799-476F-A2FF-1557D3CB5D8D}" srcOrd="2" destOrd="0" presId="urn:microsoft.com/office/officeart/2018/2/layout/IconLabelDescriptionList"/>
    <dgm:cxn modelId="{DD332BD2-ADB7-4CAB-8F01-8AB079EE8AC6}" type="presParOf" srcId="{F6732037-A799-476F-A2FF-1557D3CB5D8D}" destId="{AFF96D57-DE9E-400B-89ED-ADBE3B3702AD}" srcOrd="0" destOrd="0" presId="urn:microsoft.com/office/officeart/2018/2/layout/IconLabelDescriptionList"/>
    <dgm:cxn modelId="{6045D8CF-D044-429A-911D-10C8940246EE}" type="presParOf" srcId="{F6732037-A799-476F-A2FF-1557D3CB5D8D}" destId="{8ECFDF4C-C275-42FE-81B0-A8422AB07BDB}" srcOrd="1" destOrd="0" presId="urn:microsoft.com/office/officeart/2018/2/layout/IconLabelDescriptionList"/>
    <dgm:cxn modelId="{581BA70E-3898-492D-99BF-E7586AB1815B}" type="presParOf" srcId="{F6732037-A799-476F-A2FF-1557D3CB5D8D}" destId="{5B0BD821-C2D2-4901-BA02-8CD28F8D0486}" srcOrd="2" destOrd="0" presId="urn:microsoft.com/office/officeart/2018/2/layout/IconLabelDescriptionList"/>
    <dgm:cxn modelId="{7498BC99-624A-42FA-BF3F-D39A51A2939E}" type="presParOf" srcId="{F6732037-A799-476F-A2FF-1557D3CB5D8D}" destId="{3AF9B333-0648-43B7-93B2-25F3CB6E9737}" srcOrd="3" destOrd="0" presId="urn:microsoft.com/office/officeart/2018/2/layout/IconLabelDescriptionList"/>
    <dgm:cxn modelId="{D81CF345-0A2A-495F-834A-43C087835821}" type="presParOf" srcId="{F6732037-A799-476F-A2FF-1557D3CB5D8D}" destId="{595A02EC-99FA-4F7C-9F03-6C2DAA7AABC6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B4F16B-DCAC-43A4-B0E5-931433BF12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EA93FC-3E1F-4F6B-8DCB-F7874C8086CF}">
      <dgm:prSet custT="1"/>
      <dgm:spPr/>
      <dgm:t>
        <a:bodyPr/>
        <a:lstStyle/>
        <a:p>
          <a:r>
            <a:rPr lang="en-US" sz="2400" dirty="0"/>
            <a:t>Capabilities can be automatically inherited by their asset class or make model</a:t>
          </a:r>
        </a:p>
      </dgm:t>
    </dgm:pt>
    <dgm:pt modelId="{51139BB4-2DE8-435A-966E-DEDD37BC0AF6}" type="parTrans" cxnId="{6D139678-86FE-41B6-94AE-E85593DDFA8B}">
      <dgm:prSet/>
      <dgm:spPr/>
      <dgm:t>
        <a:bodyPr/>
        <a:lstStyle/>
        <a:p>
          <a:endParaRPr lang="en-US"/>
        </a:p>
      </dgm:t>
    </dgm:pt>
    <dgm:pt modelId="{7D92F4DB-3FD5-49AB-850A-C4BB097EBDAA}" type="sibTrans" cxnId="{6D139678-86FE-41B6-94AE-E85593DDFA8B}">
      <dgm:prSet/>
      <dgm:spPr/>
      <dgm:t>
        <a:bodyPr/>
        <a:lstStyle/>
        <a:p>
          <a:endParaRPr lang="en-US"/>
        </a:p>
      </dgm:t>
    </dgm:pt>
    <dgm:pt modelId="{34AD0F71-FEDD-47FF-B5A8-D78AC53BAEE6}">
      <dgm:prSet/>
      <dgm:spPr/>
      <dgm:t>
        <a:bodyPr/>
        <a:lstStyle/>
        <a:p>
          <a:r>
            <a:rPr lang="en-US" dirty="0"/>
            <a:t>Capabilities help dispatchers make decisions about what to issue out</a:t>
          </a:r>
        </a:p>
        <a:p>
          <a:r>
            <a:rPr lang="en-US" dirty="0"/>
            <a:t>(Not a tool for blindly detailing everything an asset can do)</a:t>
          </a:r>
        </a:p>
      </dgm:t>
    </dgm:pt>
    <dgm:pt modelId="{F5148EA2-E3B6-451B-BC1E-64D239010CFB}" type="parTrans" cxnId="{14A09364-817B-4A06-BD65-2A618B2A85F7}">
      <dgm:prSet/>
      <dgm:spPr/>
      <dgm:t>
        <a:bodyPr/>
        <a:lstStyle/>
        <a:p>
          <a:endParaRPr lang="en-US"/>
        </a:p>
      </dgm:t>
    </dgm:pt>
    <dgm:pt modelId="{2156E89C-9B99-47A7-B89D-B76082BE25BB}" type="sibTrans" cxnId="{14A09364-817B-4A06-BD65-2A618B2A85F7}">
      <dgm:prSet/>
      <dgm:spPr/>
      <dgm:t>
        <a:bodyPr/>
        <a:lstStyle/>
        <a:p>
          <a:endParaRPr lang="en-US"/>
        </a:p>
      </dgm:t>
    </dgm:pt>
    <dgm:pt modelId="{DE83522D-EB94-4C95-ACB6-2423B33F32CC}" type="pres">
      <dgm:prSet presAssocID="{CFB4F16B-DCAC-43A4-B0E5-931433BF1229}" presName="root" presStyleCnt="0">
        <dgm:presLayoutVars>
          <dgm:dir/>
          <dgm:resizeHandles val="exact"/>
        </dgm:presLayoutVars>
      </dgm:prSet>
      <dgm:spPr/>
    </dgm:pt>
    <dgm:pt modelId="{66611B50-0AFA-429F-BD07-27101CBB70E1}" type="pres">
      <dgm:prSet presAssocID="{81EA93FC-3E1F-4F6B-8DCB-F7874C8086CF}" presName="compNode" presStyleCnt="0"/>
      <dgm:spPr/>
    </dgm:pt>
    <dgm:pt modelId="{3E1ABB23-7401-4D9F-B412-F10A0D610335}" type="pres">
      <dgm:prSet presAssocID="{81EA93FC-3E1F-4F6B-8DCB-F7874C8086C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5306423-635B-4B7C-ABE8-0E932C31898B}" type="pres">
      <dgm:prSet presAssocID="{81EA93FC-3E1F-4F6B-8DCB-F7874C8086CF}" presName="spaceRect" presStyleCnt="0"/>
      <dgm:spPr/>
    </dgm:pt>
    <dgm:pt modelId="{DC7FE0F0-BDC9-41C5-B0D0-6FD3E58DFEDB}" type="pres">
      <dgm:prSet presAssocID="{81EA93FC-3E1F-4F6B-8DCB-F7874C8086CF}" presName="textRect" presStyleLbl="revTx" presStyleIdx="0" presStyleCnt="2">
        <dgm:presLayoutVars>
          <dgm:chMax val="1"/>
          <dgm:chPref val="1"/>
        </dgm:presLayoutVars>
      </dgm:prSet>
      <dgm:spPr/>
    </dgm:pt>
    <dgm:pt modelId="{CE8271DD-948B-4E9E-BCEE-C308960926A6}" type="pres">
      <dgm:prSet presAssocID="{7D92F4DB-3FD5-49AB-850A-C4BB097EBDAA}" presName="sibTrans" presStyleCnt="0"/>
      <dgm:spPr/>
    </dgm:pt>
    <dgm:pt modelId="{BC225F0C-50C2-4DEB-B36F-70DF6CBE97DD}" type="pres">
      <dgm:prSet presAssocID="{34AD0F71-FEDD-47FF-B5A8-D78AC53BAEE6}" presName="compNode" presStyleCnt="0"/>
      <dgm:spPr/>
    </dgm:pt>
    <dgm:pt modelId="{F978FE1B-875D-4F94-91E1-6844882328A7}" type="pres">
      <dgm:prSet presAssocID="{34AD0F71-FEDD-47FF-B5A8-D78AC53BAEE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664B07F-EC13-4106-8692-9041229C42B4}" type="pres">
      <dgm:prSet presAssocID="{34AD0F71-FEDD-47FF-B5A8-D78AC53BAEE6}" presName="spaceRect" presStyleCnt="0"/>
      <dgm:spPr/>
    </dgm:pt>
    <dgm:pt modelId="{64527F73-B649-443A-93E9-8C689B013A1E}" type="pres">
      <dgm:prSet presAssocID="{34AD0F71-FEDD-47FF-B5A8-D78AC53BAEE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4A09364-817B-4A06-BD65-2A618B2A85F7}" srcId="{CFB4F16B-DCAC-43A4-B0E5-931433BF1229}" destId="{34AD0F71-FEDD-47FF-B5A8-D78AC53BAEE6}" srcOrd="1" destOrd="0" parTransId="{F5148EA2-E3B6-451B-BC1E-64D239010CFB}" sibTransId="{2156E89C-9B99-47A7-B89D-B76082BE25BB}"/>
    <dgm:cxn modelId="{991F386E-732E-4C74-B391-69CBD53FE03B}" type="presOf" srcId="{34AD0F71-FEDD-47FF-B5A8-D78AC53BAEE6}" destId="{64527F73-B649-443A-93E9-8C689B013A1E}" srcOrd="0" destOrd="0" presId="urn:microsoft.com/office/officeart/2018/2/layout/IconLabelList"/>
    <dgm:cxn modelId="{6D139678-86FE-41B6-94AE-E85593DDFA8B}" srcId="{CFB4F16B-DCAC-43A4-B0E5-931433BF1229}" destId="{81EA93FC-3E1F-4F6B-8DCB-F7874C8086CF}" srcOrd="0" destOrd="0" parTransId="{51139BB4-2DE8-435A-966E-DEDD37BC0AF6}" sibTransId="{7D92F4DB-3FD5-49AB-850A-C4BB097EBDAA}"/>
    <dgm:cxn modelId="{A08E387C-2ABF-4D85-B598-D7B79E26ECA3}" type="presOf" srcId="{CFB4F16B-DCAC-43A4-B0E5-931433BF1229}" destId="{DE83522D-EB94-4C95-ACB6-2423B33F32CC}" srcOrd="0" destOrd="0" presId="urn:microsoft.com/office/officeart/2018/2/layout/IconLabelList"/>
    <dgm:cxn modelId="{92C5DEE8-0647-4703-9C4F-9C41B52EE9B2}" type="presOf" srcId="{81EA93FC-3E1F-4F6B-8DCB-F7874C8086CF}" destId="{DC7FE0F0-BDC9-41C5-B0D0-6FD3E58DFEDB}" srcOrd="0" destOrd="0" presId="urn:microsoft.com/office/officeart/2018/2/layout/IconLabelList"/>
    <dgm:cxn modelId="{049E8957-33B7-45B7-BE40-CA7D6D15BE5E}" type="presParOf" srcId="{DE83522D-EB94-4C95-ACB6-2423B33F32CC}" destId="{66611B50-0AFA-429F-BD07-27101CBB70E1}" srcOrd="0" destOrd="0" presId="urn:microsoft.com/office/officeart/2018/2/layout/IconLabelList"/>
    <dgm:cxn modelId="{53ACD18D-5C77-4A88-80A1-07E3D5FC19CA}" type="presParOf" srcId="{66611B50-0AFA-429F-BD07-27101CBB70E1}" destId="{3E1ABB23-7401-4D9F-B412-F10A0D610335}" srcOrd="0" destOrd="0" presId="urn:microsoft.com/office/officeart/2018/2/layout/IconLabelList"/>
    <dgm:cxn modelId="{3568E169-A850-4F85-9B3F-7953A23B7DDC}" type="presParOf" srcId="{66611B50-0AFA-429F-BD07-27101CBB70E1}" destId="{75306423-635B-4B7C-ABE8-0E932C31898B}" srcOrd="1" destOrd="0" presId="urn:microsoft.com/office/officeart/2018/2/layout/IconLabelList"/>
    <dgm:cxn modelId="{0ECAE83E-4A3A-478F-A82C-E1DBC6CAF8E5}" type="presParOf" srcId="{66611B50-0AFA-429F-BD07-27101CBB70E1}" destId="{DC7FE0F0-BDC9-41C5-B0D0-6FD3E58DFEDB}" srcOrd="2" destOrd="0" presId="urn:microsoft.com/office/officeart/2018/2/layout/IconLabelList"/>
    <dgm:cxn modelId="{9CFA391E-B08B-4441-BE62-2BF0E141D231}" type="presParOf" srcId="{DE83522D-EB94-4C95-ACB6-2423B33F32CC}" destId="{CE8271DD-948B-4E9E-BCEE-C308960926A6}" srcOrd="1" destOrd="0" presId="urn:microsoft.com/office/officeart/2018/2/layout/IconLabelList"/>
    <dgm:cxn modelId="{57E54BEC-9CF5-43F4-A485-89595A3C1656}" type="presParOf" srcId="{DE83522D-EB94-4C95-ACB6-2423B33F32CC}" destId="{BC225F0C-50C2-4DEB-B36F-70DF6CBE97DD}" srcOrd="2" destOrd="0" presId="urn:microsoft.com/office/officeart/2018/2/layout/IconLabelList"/>
    <dgm:cxn modelId="{859A57E4-6D7B-44B3-8833-1B2B28891662}" type="presParOf" srcId="{BC225F0C-50C2-4DEB-B36F-70DF6CBE97DD}" destId="{F978FE1B-875D-4F94-91E1-6844882328A7}" srcOrd="0" destOrd="0" presId="urn:microsoft.com/office/officeart/2018/2/layout/IconLabelList"/>
    <dgm:cxn modelId="{E104980F-E02F-499B-B49E-189A4A7A81C3}" type="presParOf" srcId="{BC225F0C-50C2-4DEB-B36F-70DF6CBE97DD}" destId="{9664B07F-EC13-4106-8692-9041229C42B4}" srcOrd="1" destOrd="0" presId="urn:microsoft.com/office/officeart/2018/2/layout/IconLabelList"/>
    <dgm:cxn modelId="{DE57800E-66BB-4859-A848-AA1A93822F76}" type="presParOf" srcId="{BC225F0C-50C2-4DEB-B36F-70DF6CBE97DD}" destId="{64527F73-B649-443A-93E9-8C689B013A1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13FD24-B9B9-473D-9EE8-FD7F6E9720CC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120544-6875-4903-BA26-E4400944CF30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60725-B035-42B8-BBC2-BF6DB88DEE40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EVENT Based Asset Management</a:t>
          </a:r>
        </a:p>
      </dsp:txBody>
      <dsp:txXfrm>
        <a:off x="1948202" y="368029"/>
        <a:ext cx="3233964" cy="1371985"/>
      </dsp:txXfrm>
    </dsp:sp>
    <dsp:sp modelId="{44781DE0-02E7-4DD7-B94B-5646864A4930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4D2AE-8FDA-4CBF-A138-D7A4CFE11CF4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E217D-9CDB-4C13-993B-ABAB0C15CD14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All Major events related to an asset can be tracked in a social media like timeline to tell a narrative and provide decision makers the information they need to make informed decisions.</a:t>
          </a:r>
        </a:p>
      </dsp:txBody>
      <dsp:txXfrm>
        <a:off x="7411643" y="368029"/>
        <a:ext cx="3233964" cy="1371985"/>
      </dsp:txXfrm>
    </dsp:sp>
    <dsp:sp modelId="{F22A91A9-713D-4F00-BCF6-56FF6F827B18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BF5AF-884B-461D-91D0-AE9FEEC97AA3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2498E-973A-49EF-8F7B-1432935A682A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Dispatches, Maintenance events, Part Arrivals and Installations are all tracked as </a:t>
          </a:r>
          <a:r>
            <a:rPr lang="en-US" sz="1600" u="sng" kern="1200"/>
            <a:t>a STORY of what an asset goes through</a:t>
          </a:r>
          <a:r>
            <a:rPr lang="en-US" sz="1600" kern="1200"/>
            <a:t>.</a:t>
          </a:r>
        </a:p>
      </dsp:txBody>
      <dsp:txXfrm>
        <a:off x="1948202" y="2452790"/>
        <a:ext cx="3233964" cy="1371985"/>
      </dsp:txXfrm>
    </dsp:sp>
    <dsp:sp modelId="{F22895CF-9250-4137-B35D-CD0957DE544E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57AE4A-8174-4C21-A993-9D217D38E492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4CA1B-8F91-45F6-8FC5-8C0FB7A83436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Comments attachments and differentiation between human content and automated history to enhance story telling ability.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121CA-6AF7-4BE7-959E-B3795D3980F9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ED16CE-8D4D-40B7-91E6-FC47E618D0D3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CBB000-F59E-4551-B25B-F6DFA066680D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Dispatching</a:t>
          </a:r>
        </a:p>
      </dsp:txBody>
      <dsp:txXfrm>
        <a:off x="100682" y="2684598"/>
        <a:ext cx="2370489" cy="720000"/>
      </dsp:txXfrm>
    </dsp:sp>
    <dsp:sp modelId="{F20EC287-5910-4B16-87AD-94C16CA46517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121B8-41FC-4484-B2FD-D2A0B0070392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3DB40-4BA3-42B5-B831-0F668B69308A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User management</a:t>
          </a:r>
        </a:p>
      </dsp:txBody>
      <dsp:txXfrm>
        <a:off x="2886007" y="2684598"/>
        <a:ext cx="2370489" cy="720000"/>
      </dsp:txXfrm>
    </dsp:sp>
    <dsp:sp modelId="{375FD161-D8C8-49B8-A662-2FD956B8905C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6F924D-E658-471F-B876-34A04E23855F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F5B66-69C6-47C1-B09C-4A520FBD242F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Asset management</a:t>
          </a:r>
        </a:p>
      </dsp:txBody>
      <dsp:txXfrm>
        <a:off x="5671332" y="2684598"/>
        <a:ext cx="2370489" cy="720000"/>
      </dsp:txXfrm>
    </dsp:sp>
    <dsp:sp modelId="{5F52B6D1-A825-441A-A525-73EDDCA1F034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AFAB7-BA7A-4B96-8FBB-2E2BF48E581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24AC3-7B7B-417C-BB40-738E4A7F5D9E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Inventory Management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56CFF-9A41-4E13-B260-4FA427FDAABF}">
      <dsp:nvSpPr>
        <dsp:cNvPr id="0" name=""/>
        <dsp:cNvSpPr/>
      </dsp:nvSpPr>
      <dsp:spPr>
        <a:xfrm>
          <a:off x="1582" y="55543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3952B-24F1-44FF-BC82-1ADDD7936C69}">
      <dsp:nvSpPr>
        <dsp:cNvPr id="0" name=""/>
        <dsp:cNvSpPr/>
      </dsp:nvSpPr>
      <dsp:spPr>
        <a:xfrm>
          <a:off x="1582" y="1829342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Cost Efficiency </a:t>
          </a:r>
        </a:p>
      </dsp:txBody>
      <dsp:txXfrm>
        <a:off x="1582" y="1829342"/>
        <a:ext cx="3261093" cy="489164"/>
      </dsp:txXfrm>
    </dsp:sp>
    <dsp:sp modelId="{108F3937-A832-4BEF-920D-D22F780DFEB5}">
      <dsp:nvSpPr>
        <dsp:cNvPr id="0" name=""/>
        <dsp:cNvSpPr/>
      </dsp:nvSpPr>
      <dsp:spPr>
        <a:xfrm>
          <a:off x="1582" y="2380145"/>
          <a:ext cx="3261093" cy="1257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Application can Scale Without Additional cost.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 Complex Contracting process.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Ease of Use Saves Time.</a:t>
          </a:r>
        </a:p>
      </dsp:txBody>
      <dsp:txXfrm>
        <a:off x="1582" y="2380145"/>
        <a:ext cx="3261093" cy="1257223"/>
      </dsp:txXfrm>
    </dsp:sp>
    <dsp:sp modelId="{62AD9018-2B82-487B-BCD4-E0D5CE973022}">
      <dsp:nvSpPr>
        <dsp:cNvPr id="0" name=""/>
        <dsp:cNvSpPr/>
      </dsp:nvSpPr>
      <dsp:spPr>
        <a:xfrm>
          <a:off x="3833367" y="55543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BFA2F-7037-4237-A4AE-EE3CFFC13D75}">
      <dsp:nvSpPr>
        <dsp:cNvPr id="0" name=""/>
        <dsp:cNvSpPr/>
      </dsp:nvSpPr>
      <dsp:spPr>
        <a:xfrm>
          <a:off x="3833367" y="1829342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Event Based Tracking</a:t>
          </a:r>
        </a:p>
      </dsp:txBody>
      <dsp:txXfrm>
        <a:off x="3833367" y="1829342"/>
        <a:ext cx="3261093" cy="489164"/>
      </dsp:txXfrm>
    </dsp:sp>
    <dsp:sp modelId="{4EB61FA2-343F-4A4D-A511-490636AC3FD1}">
      <dsp:nvSpPr>
        <dsp:cNvPr id="0" name=""/>
        <dsp:cNvSpPr/>
      </dsp:nvSpPr>
      <dsp:spPr>
        <a:xfrm>
          <a:off x="3833367" y="2380145"/>
          <a:ext cx="3261093" cy="1257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Every Maintenance Activity, Dispatch, and Configuration Change </a:t>
          </a:r>
          <a:r>
            <a:rPr lang="en-US" sz="1400" b="1" u="sng" kern="1200" dirty="0"/>
            <a:t>Tells a Story</a:t>
          </a:r>
          <a:r>
            <a:rPr lang="en-US" sz="1400" kern="1200" dirty="0"/>
            <a:t>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At a glance information to make decisions.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Better accountability tracking via comments.</a:t>
          </a:r>
        </a:p>
      </dsp:txBody>
      <dsp:txXfrm>
        <a:off x="3833367" y="2380145"/>
        <a:ext cx="3261093" cy="1257223"/>
      </dsp:txXfrm>
    </dsp:sp>
    <dsp:sp modelId="{8728B5F5-879E-4D35-926B-D2D6CA1A2458}">
      <dsp:nvSpPr>
        <dsp:cNvPr id="0" name=""/>
        <dsp:cNvSpPr/>
      </dsp:nvSpPr>
      <dsp:spPr>
        <a:xfrm>
          <a:off x="7665152" y="555436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8641D-173D-43CA-9659-7A6B09665B82}">
      <dsp:nvSpPr>
        <dsp:cNvPr id="0" name=""/>
        <dsp:cNvSpPr/>
      </dsp:nvSpPr>
      <dsp:spPr>
        <a:xfrm>
          <a:off x="7665152" y="1829342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Enhanced Downtime Tracking</a:t>
          </a:r>
        </a:p>
      </dsp:txBody>
      <dsp:txXfrm>
        <a:off x="7665152" y="1829342"/>
        <a:ext cx="3261093" cy="489164"/>
      </dsp:txXfrm>
    </dsp:sp>
    <dsp:sp modelId="{526F5DA8-0FBA-477C-AFB6-58201F935FA8}">
      <dsp:nvSpPr>
        <dsp:cNvPr id="0" name=""/>
        <dsp:cNvSpPr/>
      </dsp:nvSpPr>
      <dsp:spPr>
        <a:xfrm>
          <a:off x="7665152" y="2380145"/>
          <a:ext cx="3261093" cy="12572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Multiple Columns to track Capability Limitations, Limitation Types, Lost Time and Blockers.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7665152" y="2380145"/>
        <a:ext cx="3261093" cy="12572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D3D90-82F3-4A72-8E42-75CE43CD607A}">
      <dsp:nvSpPr>
        <dsp:cNvPr id="0" name=""/>
        <dsp:cNvSpPr/>
      </dsp:nvSpPr>
      <dsp:spPr>
        <a:xfrm>
          <a:off x="393" y="992967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E1661-233D-41A7-B8C7-BC5C5E1A0568}">
      <dsp:nvSpPr>
        <dsp:cNvPr id="0" name=""/>
        <dsp:cNvSpPr/>
      </dsp:nvSpPr>
      <dsp:spPr>
        <a:xfrm>
          <a:off x="393" y="219324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Locally hosted and infinitely scalable</a:t>
          </a:r>
        </a:p>
      </dsp:txBody>
      <dsp:txXfrm>
        <a:off x="393" y="2193242"/>
        <a:ext cx="3138750" cy="470812"/>
      </dsp:txXfrm>
    </dsp:sp>
    <dsp:sp modelId="{DC74E7B8-E722-4314-AFD2-7844F3D51F9C}">
      <dsp:nvSpPr>
        <dsp:cNvPr id="0" name=""/>
        <dsp:cNvSpPr/>
      </dsp:nvSpPr>
      <dsp:spPr>
        <a:xfrm>
          <a:off x="393" y="2711363"/>
          <a:ext cx="3138750" cy="647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You OWN the data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 Surprise Licensing Cost. 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Unlimited users and Assets.</a:t>
          </a:r>
        </a:p>
      </dsp:txBody>
      <dsp:txXfrm>
        <a:off x="393" y="2711363"/>
        <a:ext cx="3138750" cy="647007"/>
      </dsp:txXfrm>
    </dsp:sp>
    <dsp:sp modelId="{16E6B1F4-B02A-49E2-BBB2-E854590FFC9C}">
      <dsp:nvSpPr>
        <dsp:cNvPr id="0" name=""/>
        <dsp:cNvSpPr/>
      </dsp:nvSpPr>
      <dsp:spPr>
        <a:xfrm>
          <a:off x="3688425" y="992967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5551C-598A-4911-8C07-98F356AEE916}">
      <dsp:nvSpPr>
        <dsp:cNvPr id="0" name=""/>
        <dsp:cNvSpPr/>
      </dsp:nvSpPr>
      <dsp:spPr>
        <a:xfrm>
          <a:off x="3688425" y="219324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AI ready</a:t>
          </a:r>
        </a:p>
      </dsp:txBody>
      <dsp:txXfrm>
        <a:off x="3688425" y="2193242"/>
        <a:ext cx="3138750" cy="470812"/>
      </dsp:txXfrm>
    </dsp:sp>
    <dsp:sp modelId="{2E3F81E0-9E82-42C1-9F20-A3EF9F467142}">
      <dsp:nvSpPr>
        <dsp:cNvPr id="0" name=""/>
        <dsp:cNvSpPr/>
      </dsp:nvSpPr>
      <dsp:spPr>
        <a:xfrm>
          <a:off x="3688425" y="2711363"/>
          <a:ext cx="3138750" cy="647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Built By AI for AI.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Features can be implemented by a small team Rapidly</a:t>
          </a:r>
        </a:p>
      </dsp:txBody>
      <dsp:txXfrm>
        <a:off x="3688425" y="2711363"/>
        <a:ext cx="3138750" cy="647007"/>
      </dsp:txXfrm>
    </dsp:sp>
    <dsp:sp modelId="{82F7D055-C460-4FC6-951B-FF2C5F40B874}">
      <dsp:nvSpPr>
        <dsp:cNvPr id="0" name=""/>
        <dsp:cNvSpPr/>
      </dsp:nvSpPr>
      <dsp:spPr>
        <a:xfrm>
          <a:off x="7376456" y="992967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96DBD-F684-4641-AE6E-1785CFC0EEF6}">
      <dsp:nvSpPr>
        <dsp:cNvPr id="0" name=""/>
        <dsp:cNvSpPr/>
      </dsp:nvSpPr>
      <dsp:spPr>
        <a:xfrm>
          <a:off x="7376456" y="2193242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Policy Drives Software</a:t>
          </a:r>
        </a:p>
      </dsp:txBody>
      <dsp:txXfrm>
        <a:off x="7376456" y="2193242"/>
        <a:ext cx="3138750" cy="470812"/>
      </dsp:txXfrm>
    </dsp:sp>
    <dsp:sp modelId="{D948C418-5AB6-44CD-AA45-AE8F548D10AE}">
      <dsp:nvSpPr>
        <dsp:cNvPr id="0" name=""/>
        <dsp:cNvSpPr/>
      </dsp:nvSpPr>
      <dsp:spPr>
        <a:xfrm>
          <a:off x="7376456" y="2711363"/>
          <a:ext cx="3138750" cy="647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376456" y="2711363"/>
        <a:ext cx="3138750" cy="6470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CBC482-1959-4E01-B7D5-9EC25A2E4D49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454B8-7D74-4A9F-834C-21CB87B76FCD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Visually Intuitive work platform makes it easier for technicians to record work properly</a:t>
          </a:r>
        </a:p>
      </dsp:txBody>
      <dsp:txXfrm>
        <a:off x="59990" y="2654049"/>
        <a:ext cx="3226223" cy="720000"/>
      </dsp:txXfrm>
    </dsp:sp>
    <dsp:sp modelId="{9A39905A-5794-451A-9741-FED73AFBB5B1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D9A79-F4CD-419C-8B57-79CDC2A1F815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Features Designed to directly track temporary modifications and capability limitations</a:t>
          </a:r>
        </a:p>
      </dsp:txBody>
      <dsp:txXfrm>
        <a:off x="3850802" y="2654049"/>
        <a:ext cx="3226223" cy="720000"/>
      </dsp:txXfrm>
    </dsp:sp>
    <dsp:sp modelId="{D4B8FBD4-FAE3-4E80-8907-5E76CA66F5A9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26A7D3-AC24-4F82-8B66-060648E2DBA9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Automatic Maintenance Planning with Conditional Logic based on Time, Usage, or Both</a:t>
          </a:r>
        </a:p>
      </dsp:txBody>
      <dsp:txXfrm>
        <a:off x="7641615" y="2654049"/>
        <a:ext cx="3226223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C7D6C-25C4-4691-8FE7-4C864E013B27}">
      <dsp:nvSpPr>
        <dsp:cNvPr id="0" name=""/>
        <dsp:cNvSpPr/>
      </dsp:nvSpPr>
      <dsp:spPr>
        <a:xfrm>
          <a:off x="1333366" y="1704"/>
          <a:ext cx="5333466" cy="174695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443728" rIns="103484" bIns="443728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Create Requirements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Build a Capabilities Profile For Users and Equipment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Common Requirements Templates</a:t>
          </a:r>
        </a:p>
      </dsp:txBody>
      <dsp:txXfrm>
        <a:off x="1333366" y="1704"/>
        <a:ext cx="5333466" cy="1746958"/>
      </dsp:txXfrm>
    </dsp:sp>
    <dsp:sp modelId="{AC2078EC-1C07-4BD4-853D-79DC6219165D}">
      <dsp:nvSpPr>
        <dsp:cNvPr id="0" name=""/>
        <dsp:cNvSpPr/>
      </dsp:nvSpPr>
      <dsp:spPr>
        <a:xfrm>
          <a:off x="0" y="1704"/>
          <a:ext cx="1333366" cy="17469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Create</a:t>
          </a:r>
        </a:p>
      </dsp:txBody>
      <dsp:txXfrm>
        <a:off x="0" y="1704"/>
        <a:ext cx="1333366" cy="1746958"/>
      </dsp:txXfrm>
    </dsp:sp>
    <dsp:sp modelId="{42AB8412-215E-485E-96C2-E9D2754C5AAD}">
      <dsp:nvSpPr>
        <dsp:cNvPr id="0" name=""/>
        <dsp:cNvSpPr/>
      </dsp:nvSpPr>
      <dsp:spPr>
        <a:xfrm>
          <a:off x="1333366" y="1853480"/>
          <a:ext cx="5333466" cy="1746958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443728" rIns="103484" bIns="443728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Find Required Personnel And Equipment for Mission Requirements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Match User and Equipment Availability to Capability Requirements</a:t>
          </a:r>
        </a:p>
      </dsp:txBody>
      <dsp:txXfrm>
        <a:off x="1333366" y="1853480"/>
        <a:ext cx="5333466" cy="1746958"/>
      </dsp:txXfrm>
    </dsp:sp>
    <dsp:sp modelId="{CAF267D9-7258-403C-8301-F62F74937138}">
      <dsp:nvSpPr>
        <dsp:cNvPr id="0" name=""/>
        <dsp:cNvSpPr/>
      </dsp:nvSpPr>
      <dsp:spPr>
        <a:xfrm>
          <a:off x="0" y="1853480"/>
          <a:ext cx="1333366" cy="1746958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Find</a:t>
          </a:r>
        </a:p>
      </dsp:txBody>
      <dsp:txXfrm>
        <a:off x="0" y="1853480"/>
        <a:ext cx="1333366" cy="1746958"/>
      </dsp:txXfrm>
    </dsp:sp>
    <dsp:sp modelId="{67E94896-329E-4D97-A630-31715646ADC7}">
      <dsp:nvSpPr>
        <dsp:cNvPr id="0" name=""/>
        <dsp:cNvSpPr/>
      </dsp:nvSpPr>
      <dsp:spPr>
        <a:xfrm>
          <a:off x="1333366" y="3705256"/>
          <a:ext cx="5333466" cy="1746958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Reserve Assets, Personnel, and Issue Equipment</a:t>
          </a:r>
        </a:p>
      </dsp:txBody>
      <dsp:txXfrm>
        <a:off x="1333366" y="3705256"/>
        <a:ext cx="5333466" cy="1746958"/>
      </dsp:txXfrm>
    </dsp:sp>
    <dsp:sp modelId="{CE863519-D8FF-4BE2-A46B-DB03309CB2CA}">
      <dsp:nvSpPr>
        <dsp:cNvPr id="0" name=""/>
        <dsp:cNvSpPr/>
      </dsp:nvSpPr>
      <dsp:spPr>
        <a:xfrm>
          <a:off x="0" y="3705256"/>
          <a:ext cx="1333366" cy="1746958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Dispatch</a:t>
          </a:r>
        </a:p>
      </dsp:txBody>
      <dsp:txXfrm>
        <a:off x="0" y="3705256"/>
        <a:ext cx="1333366" cy="17469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09BA1-0A86-444A-A4BD-3F5ECAC7E599}">
      <dsp:nvSpPr>
        <dsp:cNvPr id="0" name=""/>
        <dsp:cNvSpPr/>
      </dsp:nvSpPr>
      <dsp:spPr>
        <a:xfrm>
          <a:off x="2899779" y="686484"/>
          <a:ext cx="5304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464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985" y="729398"/>
        <a:ext cx="28053" cy="5610"/>
      </dsp:txXfrm>
    </dsp:sp>
    <dsp:sp modelId="{7B4AE15C-C745-4001-8253-AB1F280F4DE0}">
      <dsp:nvSpPr>
        <dsp:cNvPr id="0" name=""/>
        <dsp:cNvSpPr/>
      </dsp:nvSpPr>
      <dsp:spPr>
        <a:xfrm>
          <a:off x="462167" y="380"/>
          <a:ext cx="2439412" cy="14636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Maintenance Activity or Dispatch Creates Part Demand</a:t>
          </a:r>
        </a:p>
      </dsp:txBody>
      <dsp:txXfrm>
        <a:off x="462167" y="380"/>
        <a:ext cx="2439412" cy="1463647"/>
      </dsp:txXfrm>
    </dsp:sp>
    <dsp:sp modelId="{BE016760-55A6-490A-BBD6-C833632C89C2}">
      <dsp:nvSpPr>
        <dsp:cNvPr id="0" name=""/>
        <dsp:cNvSpPr/>
      </dsp:nvSpPr>
      <dsp:spPr>
        <a:xfrm>
          <a:off x="1681873" y="1462227"/>
          <a:ext cx="3000476" cy="530464"/>
        </a:xfrm>
        <a:custGeom>
          <a:avLst/>
          <a:gdLst/>
          <a:ahLst/>
          <a:cxnLst/>
          <a:rect l="0" t="0" r="0" b="0"/>
          <a:pathLst>
            <a:path>
              <a:moveTo>
                <a:pt x="3000476" y="0"/>
              </a:moveTo>
              <a:lnTo>
                <a:pt x="3000476" y="282332"/>
              </a:lnTo>
              <a:lnTo>
                <a:pt x="0" y="282332"/>
              </a:lnTo>
              <a:lnTo>
                <a:pt x="0" y="53046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5799" y="1724654"/>
        <a:ext cx="152624" cy="5610"/>
      </dsp:txXfrm>
    </dsp:sp>
    <dsp:sp modelId="{2D555D09-C6B3-4959-94C8-8A2CC9683213}">
      <dsp:nvSpPr>
        <dsp:cNvPr id="0" name=""/>
        <dsp:cNvSpPr/>
      </dsp:nvSpPr>
      <dsp:spPr>
        <a:xfrm>
          <a:off x="3462644" y="380"/>
          <a:ext cx="2439412" cy="14636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Part Demands can be linked to Purchase orders</a:t>
          </a:r>
        </a:p>
      </dsp:txBody>
      <dsp:txXfrm>
        <a:off x="3462644" y="380"/>
        <a:ext cx="2439412" cy="1463647"/>
      </dsp:txXfrm>
    </dsp:sp>
    <dsp:sp modelId="{5C6B3238-0DCA-48CA-B7D3-0FD661BA0644}">
      <dsp:nvSpPr>
        <dsp:cNvPr id="0" name=""/>
        <dsp:cNvSpPr/>
      </dsp:nvSpPr>
      <dsp:spPr>
        <a:xfrm>
          <a:off x="2899779" y="2711196"/>
          <a:ext cx="53046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0464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0985" y="2754110"/>
        <a:ext cx="28053" cy="5610"/>
      </dsp:txXfrm>
    </dsp:sp>
    <dsp:sp modelId="{728268EE-571B-4047-B633-C21AAC4E6E1F}">
      <dsp:nvSpPr>
        <dsp:cNvPr id="0" name=""/>
        <dsp:cNvSpPr/>
      </dsp:nvSpPr>
      <dsp:spPr>
        <a:xfrm>
          <a:off x="462167" y="2025092"/>
          <a:ext cx="2439412" cy="146364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Parts Arrive </a:t>
          </a:r>
        </a:p>
      </dsp:txBody>
      <dsp:txXfrm>
        <a:off x="462167" y="2025092"/>
        <a:ext cx="2439412" cy="1463647"/>
      </dsp:txXfrm>
    </dsp:sp>
    <dsp:sp modelId="{786367FC-7A43-4D7F-87F0-FE3368326868}">
      <dsp:nvSpPr>
        <dsp:cNvPr id="0" name=""/>
        <dsp:cNvSpPr/>
      </dsp:nvSpPr>
      <dsp:spPr>
        <a:xfrm>
          <a:off x="1681873" y="3486939"/>
          <a:ext cx="3000476" cy="530464"/>
        </a:xfrm>
        <a:custGeom>
          <a:avLst/>
          <a:gdLst/>
          <a:ahLst/>
          <a:cxnLst/>
          <a:rect l="0" t="0" r="0" b="0"/>
          <a:pathLst>
            <a:path>
              <a:moveTo>
                <a:pt x="3000476" y="0"/>
              </a:moveTo>
              <a:lnTo>
                <a:pt x="3000476" y="282332"/>
              </a:lnTo>
              <a:lnTo>
                <a:pt x="0" y="282332"/>
              </a:lnTo>
              <a:lnTo>
                <a:pt x="0" y="530464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5799" y="3749366"/>
        <a:ext cx="152624" cy="5610"/>
      </dsp:txXfrm>
    </dsp:sp>
    <dsp:sp modelId="{96404A11-02AA-4874-B5B6-531F6E8FA878}">
      <dsp:nvSpPr>
        <dsp:cNvPr id="0" name=""/>
        <dsp:cNvSpPr/>
      </dsp:nvSpPr>
      <dsp:spPr>
        <a:xfrm>
          <a:off x="3462644" y="2025092"/>
          <a:ext cx="2439412" cy="146364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Arrivals get stocked</a:t>
          </a:r>
        </a:p>
      </dsp:txBody>
      <dsp:txXfrm>
        <a:off x="3462644" y="2025092"/>
        <a:ext cx="2439412" cy="1463647"/>
      </dsp:txXfrm>
    </dsp:sp>
    <dsp:sp modelId="{AA62B087-CBD9-4F5B-8116-A9AD2C99A1CB}">
      <dsp:nvSpPr>
        <dsp:cNvPr id="0" name=""/>
        <dsp:cNvSpPr/>
      </dsp:nvSpPr>
      <dsp:spPr>
        <a:xfrm>
          <a:off x="462167" y="4049804"/>
          <a:ext cx="2439412" cy="14636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533" tIns="125471" rIns="119533" bIns="12547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Stocked items are issued to Part Demands</a:t>
          </a:r>
        </a:p>
      </dsp:txBody>
      <dsp:txXfrm>
        <a:off x="462167" y="4049804"/>
        <a:ext cx="2439412" cy="14636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434B9A-3AC1-491C-99AF-9A51242091E0}">
      <dsp:nvSpPr>
        <dsp:cNvPr id="0" name=""/>
        <dsp:cNvSpPr/>
      </dsp:nvSpPr>
      <dsp:spPr>
        <a:xfrm>
          <a:off x="765914" y="80662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CC8663-56BE-4BC4-95FE-01E0E7112A63}">
      <dsp:nvSpPr>
        <dsp:cNvPr id="0" name=""/>
        <dsp:cNvSpPr/>
      </dsp:nvSpPr>
      <dsp:spPr>
        <a:xfrm>
          <a:off x="765914" y="17660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Multi Dimensional Status</a:t>
          </a:r>
        </a:p>
      </dsp:txBody>
      <dsp:txXfrm>
        <a:off x="765914" y="1766016"/>
        <a:ext cx="4320000" cy="648000"/>
      </dsp:txXfrm>
    </dsp:sp>
    <dsp:sp modelId="{5ADFAF2E-A93C-4302-94CA-AF690FF5B920}">
      <dsp:nvSpPr>
        <dsp:cNvPr id="0" name=""/>
        <dsp:cNvSpPr/>
      </dsp:nvSpPr>
      <dsp:spPr>
        <a:xfrm>
          <a:off x="765914" y="2494645"/>
          <a:ext cx="4320000" cy="161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Approval, Purchasing State, and Physical Issue state of parts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Users often grab parts and self issue without telling supply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Gives users the ability to track the TRUTH and provides tools to make corrections</a:t>
          </a:r>
        </a:p>
      </dsp:txBody>
      <dsp:txXfrm>
        <a:off x="765914" y="2494645"/>
        <a:ext cx="4320000" cy="1617497"/>
      </dsp:txXfrm>
    </dsp:sp>
    <dsp:sp modelId="{AFF96D57-DE9E-400B-89ED-ADBE3B3702AD}">
      <dsp:nvSpPr>
        <dsp:cNvPr id="0" name=""/>
        <dsp:cNvSpPr/>
      </dsp:nvSpPr>
      <dsp:spPr>
        <a:xfrm>
          <a:off x="5841914" y="80662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BD821-C2D2-4901-BA02-8CD28F8D0486}">
      <dsp:nvSpPr>
        <dsp:cNvPr id="0" name=""/>
        <dsp:cNvSpPr/>
      </dsp:nvSpPr>
      <dsp:spPr>
        <a:xfrm>
          <a:off x="5841914" y="17660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kern="1200"/>
            <a:t>Visual Stocking and Part finding</a:t>
          </a:r>
        </a:p>
      </dsp:txBody>
      <dsp:txXfrm>
        <a:off x="5841914" y="1766016"/>
        <a:ext cx="4320000" cy="648000"/>
      </dsp:txXfrm>
    </dsp:sp>
    <dsp:sp modelId="{595A02EC-99FA-4F7C-9F03-6C2DAA7AABC6}">
      <dsp:nvSpPr>
        <dsp:cNvPr id="0" name=""/>
        <dsp:cNvSpPr/>
      </dsp:nvSpPr>
      <dsp:spPr>
        <a:xfrm>
          <a:off x="5841914" y="2494645"/>
          <a:ext cx="4320000" cy="1617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Allows inventory managers to select locations within the warehouse and place parts</a:t>
          </a:r>
        </a:p>
      </dsp:txBody>
      <dsp:txXfrm>
        <a:off x="5841914" y="2494645"/>
        <a:ext cx="4320000" cy="161749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ABB23-7401-4D9F-B412-F10A0D610335}">
      <dsp:nvSpPr>
        <dsp:cNvPr id="0" name=""/>
        <dsp:cNvSpPr/>
      </dsp:nvSpPr>
      <dsp:spPr>
        <a:xfrm>
          <a:off x="1953914" y="35724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7FE0F0-BDC9-41C5-B0D0-6FD3E58DFEDB}">
      <dsp:nvSpPr>
        <dsp:cNvPr id="0" name=""/>
        <dsp:cNvSpPr/>
      </dsp:nvSpPr>
      <dsp:spPr>
        <a:xfrm>
          <a:off x="765914" y="2823056"/>
          <a:ext cx="432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Capabilities can be automatically inherited by their asset class or make model</a:t>
          </a:r>
        </a:p>
      </dsp:txBody>
      <dsp:txXfrm>
        <a:off x="765914" y="2823056"/>
        <a:ext cx="4320000" cy="1012500"/>
      </dsp:txXfrm>
    </dsp:sp>
    <dsp:sp modelId="{F978FE1B-875D-4F94-91E1-6844882328A7}">
      <dsp:nvSpPr>
        <dsp:cNvPr id="0" name=""/>
        <dsp:cNvSpPr/>
      </dsp:nvSpPr>
      <dsp:spPr>
        <a:xfrm>
          <a:off x="7029914" y="35724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27F73-B649-443A-93E9-8C689B013A1E}">
      <dsp:nvSpPr>
        <dsp:cNvPr id="0" name=""/>
        <dsp:cNvSpPr/>
      </dsp:nvSpPr>
      <dsp:spPr>
        <a:xfrm>
          <a:off x="5841914" y="2823056"/>
          <a:ext cx="43200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Capabilities help dispatchers make decisions about what to issue out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(Not a tool for blindly detailing everything an asset can do)</a:t>
          </a:r>
        </a:p>
      </dsp:txBody>
      <dsp:txXfrm>
        <a:off x="5841914" y="2823056"/>
        <a:ext cx="4320000" cy="101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9A66-960A-6FC9-556E-36E6BFDB0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98486-D11B-8A5A-1D70-A793D3A22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B1782-6E62-3AF8-DCC5-1DFBE3C3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6A491-20E5-5033-8E31-A5546CB1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08EC9-F971-BF2B-F794-9FDFC849D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4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AA1D-B8F9-1617-7D87-1098240F4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30CB5-8867-3B2A-8C4E-9BF27D4D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76B37-DF3F-D5E4-E308-7AA11595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5EE0-5329-B9FB-F482-121796515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22F33-5006-562F-7162-86EBE208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8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6C88-FB10-2CB7-E264-AA59BD29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4C864-C5D9-FD9C-EF89-3F25E6FBC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09F66-738F-36FD-F0DB-FBD024F7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E65AD-3037-D006-7A99-DE957F719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4867A-D7F1-5735-A7DE-1D4FD829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04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0AA3-B257-745E-7386-7D6F7DE4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B33AF-6380-2838-4ADB-40395D9C9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99B2B-1859-AAEA-5013-F0E3833D6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6EDF2-D1E2-6F9A-8DE9-3A646EA33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DB5BC-76A9-C310-8B03-C4641A6B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65CED-C36E-700E-E7DA-29E5BA7B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22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2C74-179E-F1A6-6B78-69FCEDF2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4891E-DBC7-0113-D659-2BD7B1E4E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F8B1F-E150-8B7E-5BD9-8A3B3F582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E21A2-A4D0-B540-C7BE-E4A66772E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B9486-64B1-4483-A98D-C55DBA7AE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37343-48B1-5002-D9FD-88B737E1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6D400-CD74-396A-47C5-0EDB8048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5BD07-544D-D893-9F99-8CD7CE2C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0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0C26-C760-412F-D97F-95EC1D29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EA616-EEA0-A86F-7C15-74531E73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2F64D-DAED-DF80-215C-AF41D596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2440C-FD90-6614-39A7-5CA9E46B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7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469478-897C-2253-8D2B-93A5488C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524749-78E5-463F-151F-3B9944F62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E2652-282E-5E2C-1D0C-DA973854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1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662E1-46AA-DB0B-9D38-6FEE87610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2EF8D-5285-EEA1-E1AA-7B457D454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60716-32A7-ED89-3226-31D8AAC6AC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579CC-21D1-A969-84EF-2D4A4BB9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B7269-F501-83EF-1623-78DD33898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C810D-AA8A-E775-20A3-166AD6813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6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4FC2-CD00-0239-A569-9E30E0B93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9E23A-06EF-E3D0-F72C-9A05C6823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5BC7E-514A-41CE-F872-0965C0C5C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060C3-ADF1-7B11-F473-2DB5B39A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D2736-7E1A-8D87-474B-DA2FB151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56D33-213C-2267-5334-0A9917DD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629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21F-1B11-19AD-B6F5-B748754E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D9133-F827-4B73-6EB2-FE89FDF1D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1F947-8C12-B889-AB53-7DD01508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A3485-6746-C8BA-5581-11B4A7F3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D63CE-612E-BBB2-8009-94AF50CC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70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4DD5E-8FC8-C6D9-A72E-1D3C7F7E1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703C7-7B05-2A3E-17C5-EF5AA764C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D19C2-AE07-C27D-1EB0-B12E25D1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55CCC-4A3A-1A20-ABB4-C46FFCAEC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8C3E0-BA5F-CE75-7862-D7EDE6BC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2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A0FF69-0794-A77E-C2E9-89C0C673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E4A55-CCAF-7D9A-1D57-5DCE45DA8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0D106-A429-78D1-46C7-1BB6EB02B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96FA8-5574-4E2C-B219-B9F44405EFE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F40A0-73DF-FAA5-9E22-521A59313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6B5DA-D022-D5BE-9AC4-399C320A2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C1735-5941-4140-A8D0-81EFACF31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03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bamscore.com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hyperlink" Target="https://github.com/CJB-2702/Minimalist-Post-Based-Asset-Managem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AD2FA-602A-A93F-D19D-E8B8051BB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Event Based Asset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17B7C-66A6-1E01-57F7-7459E7A9B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Christian Bissett</a:t>
            </a:r>
          </a:p>
        </p:txBody>
      </p:sp>
    </p:spTree>
    <p:extLst>
      <p:ext uri="{BB962C8B-B14F-4D97-AF65-F5344CB8AC3E}">
        <p14:creationId xmlns:p14="http://schemas.microsoft.com/office/powerpoint/2010/main" val="6578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97F51-6227-5CEF-40D5-15091595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is EBAMS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01BFCA-8F01-88F4-5222-36F1E5CAA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92174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5347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7C611-EBE2-CF3B-27CC-1C2DA308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EBAMS as a General Management Software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F2164B-FBB7-44CA-7284-C051073670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66094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B5FA213-6844-3CE5-FF53-AC06E71DA375}"/>
              </a:ext>
            </a:extLst>
          </p:cNvPr>
          <p:cNvSpPr txBox="1"/>
          <p:nvPr/>
        </p:nvSpPr>
        <p:spPr>
          <a:xfrm>
            <a:off x="261256" y="1762727"/>
            <a:ext cx="118570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Has Tools to serve as a foundation for a dispatch management tool</a:t>
            </a:r>
          </a:p>
          <a:p>
            <a:pPr algn="ctr"/>
            <a:r>
              <a:rPr lang="en-US" sz="2400" dirty="0"/>
              <a:t> ready for YOU to extend to YOUR needs</a:t>
            </a:r>
          </a:p>
        </p:txBody>
      </p:sp>
    </p:spTree>
    <p:extLst>
      <p:ext uri="{BB962C8B-B14F-4D97-AF65-F5344CB8AC3E}">
        <p14:creationId xmlns:p14="http://schemas.microsoft.com/office/powerpoint/2010/main" val="231266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33BF18B-C8A1-400D-BBBD-6103EC9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509BCB-F27B-F0AB-9CC7-3A025B342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 dirty="0">
                <a:latin typeface="+mj-lt"/>
                <a:ea typeface="+mj-ea"/>
                <a:cs typeface="+mj-cs"/>
              </a:rPr>
              <a:t>Portal Based System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Graphical user interface, application, Teams&#10;&#10;AI-generated content may be incorrect.">
            <a:extLst>
              <a:ext uri="{FF2B5EF4-FFF2-40B4-BE49-F238E27FC236}">
                <a16:creationId xmlns:a16="http://schemas.microsoft.com/office/drawing/2014/main" id="{2EC649CA-EE50-FA61-D60A-E39C851EC4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07" b="2"/>
          <a:stretch>
            <a:fillRect/>
          </a:stretch>
        </p:blipFill>
        <p:spPr>
          <a:xfrm>
            <a:off x="545231" y="858525"/>
            <a:ext cx="3719192" cy="5211906"/>
          </a:xfrm>
          <a:prstGeom prst="rect">
            <a:avLst/>
          </a:prstGeom>
        </p:spPr>
      </p:pic>
      <p:pic>
        <p:nvPicPr>
          <p:cNvPr id="6" name="Picture 5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14528297-348F-3ADB-E0E2-525CA5E31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" b="35072"/>
          <a:stretch>
            <a:fillRect/>
          </a:stretch>
        </p:blipFill>
        <p:spPr>
          <a:xfrm>
            <a:off x="4457706" y="858524"/>
            <a:ext cx="3685032" cy="2505456"/>
          </a:xfrm>
          <a:prstGeom prst="rect">
            <a:avLst/>
          </a:prstGeom>
        </p:spPr>
      </p:pic>
      <p:pic>
        <p:nvPicPr>
          <p:cNvPr id="4" name="Content Placeholder 4" descr="Graphical user interface, website&#10;&#10;AI-generated content may be incorrect.">
            <a:extLst>
              <a:ext uri="{FF2B5EF4-FFF2-40B4-BE49-F238E27FC236}">
                <a16:creationId xmlns:a16="http://schemas.microsoft.com/office/drawing/2014/main" id="{7043E8B1-8ECF-EB01-90CC-C7C17EA617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15" r="4438" b="5"/>
          <a:stretch>
            <a:fillRect/>
          </a:stretch>
        </p:blipFill>
        <p:spPr>
          <a:xfrm>
            <a:off x="4457712" y="3564974"/>
            <a:ext cx="3685031" cy="2505456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12FE5-00F7-5FB5-493E-B080593461DD}"/>
              </a:ext>
            </a:extLst>
          </p:cNvPr>
          <p:cNvSpPr txBox="1"/>
          <p:nvPr/>
        </p:nvSpPr>
        <p:spPr>
          <a:xfrm>
            <a:off x="8886174" y="4672484"/>
            <a:ext cx="300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BIG easy to use Buttons in a modern UI framework</a:t>
            </a:r>
          </a:p>
        </p:txBody>
      </p:sp>
    </p:spTree>
    <p:extLst>
      <p:ext uri="{BB962C8B-B14F-4D97-AF65-F5344CB8AC3E}">
        <p14:creationId xmlns:p14="http://schemas.microsoft.com/office/powerpoint/2010/main" val="3799606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62C66-3A69-EBE1-A730-50A97FFB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Timeline View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0E0257-8A8F-E139-3C25-EDD463BC6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8115" y="467208"/>
            <a:ext cx="615437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26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08F48E-36A3-35CD-FF7F-5148175D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Improvements over Current Methods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15DEAF-9407-38CB-BEDB-A95E55901B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54342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9784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06776-E606-0EE6-7364-642EA1CE2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85" y="357192"/>
            <a:ext cx="5425781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Policy Drives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3B59F-F6CA-209A-9966-308CBF47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08" y="3126068"/>
            <a:ext cx="5425781" cy="3103910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r>
              <a:rPr lang="en-US" sz="3400" dirty="0"/>
              <a:t>Current Software Providers Do Not respond or implement to mission critical features for NSWC.</a:t>
            </a:r>
          </a:p>
          <a:p>
            <a:r>
              <a:rPr lang="en-US" sz="3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EBAMS is Directly Accountable to YOU. </a:t>
            </a:r>
          </a:p>
          <a:p>
            <a:r>
              <a:rPr lang="en-US" sz="2400" dirty="0"/>
              <a:t>Onsite Ownership of code and AI enhanced coding allows decision makers to make a statement and then have immediate updates.</a:t>
            </a:r>
          </a:p>
          <a:p>
            <a:pPr lvl="1"/>
            <a:endParaRPr lang="en-US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3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5E069-74BE-EE41-92F1-39B8A281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24938C-892B-0887-668A-5BD3961566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64439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101CA1C-6DBE-1710-AA0B-2F0E004F50E6}"/>
              </a:ext>
            </a:extLst>
          </p:cNvPr>
          <p:cNvSpPr txBox="1"/>
          <p:nvPr/>
        </p:nvSpPr>
        <p:spPr>
          <a:xfrm>
            <a:off x="8146263" y="4521758"/>
            <a:ext cx="2783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Saved time from quick adjustments to meet the needs of users in the field.</a:t>
            </a:r>
          </a:p>
        </p:txBody>
      </p:sp>
    </p:spTree>
    <p:extLst>
      <p:ext uri="{BB962C8B-B14F-4D97-AF65-F5344CB8AC3E}">
        <p14:creationId xmlns:p14="http://schemas.microsoft.com/office/powerpoint/2010/main" val="119153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89ABB-B25C-91C2-B640-929659EAA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AI enabled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481C-EC4B-0527-C73C-0E2DFEBB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900" dirty="0"/>
              <a:t>Written using teams of agents and modern AI commands</a:t>
            </a:r>
          </a:p>
          <a:p>
            <a:r>
              <a:rPr lang="en-US" sz="1900" dirty="0"/>
              <a:t>Uses a Simple Modern tech stack</a:t>
            </a:r>
          </a:p>
          <a:p>
            <a:pPr lvl="1"/>
            <a:r>
              <a:rPr lang="en-US" sz="1900" dirty="0"/>
              <a:t>Python, Flask, Bootstrap, HTMX, SQL alchemy</a:t>
            </a:r>
          </a:p>
          <a:p>
            <a:r>
              <a:rPr lang="en-US" sz="1900" dirty="0"/>
              <a:t>Architecture is optimized for AI feature integration</a:t>
            </a:r>
          </a:p>
          <a:p>
            <a:pPr lvl="1"/>
            <a:r>
              <a:rPr lang="en-US" sz="1900" dirty="0"/>
              <a:t>AI prefers a simple folder structure with plain English names</a:t>
            </a:r>
          </a:p>
          <a:p>
            <a:pPr lvl="1"/>
            <a:r>
              <a:rPr lang="en-US" sz="1900" dirty="0"/>
              <a:t>Layered data business and presentation architecture directs AI Directly to problems</a:t>
            </a:r>
          </a:p>
          <a:p>
            <a:r>
              <a:rPr lang="en-US" sz="1900" dirty="0"/>
              <a:t>Layered independent and EXTENDABLE modules so that changes in one module don’t break other modules for fast prototyping. </a:t>
            </a:r>
          </a:p>
          <a:p>
            <a:endParaRPr lang="en-US" sz="1900" dirty="0"/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43D00933-52AA-6766-A66C-050C24C4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16" r="14389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3833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09D84-02E1-E1A1-9615-FB93F606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Enhanced Maintenance Model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15B59191-F2ED-F49A-8790-547204BBDB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612602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1460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" name="Rectangle 205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8" name="Rectangle 20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089B0-05B5-695E-33E2-0DF6F949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4000"/>
              <a:t>Maintenance Modules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0D83F-DA3C-3904-AA43-8C92DAAB3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/>
              <a:t>Work Portal</a:t>
            </a:r>
          </a:p>
          <a:p>
            <a:r>
              <a:rPr lang="en-US" sz="2000"/>
              <a:t>Template Design</a:t>
            </a:r>
          </a:p>
          <a:p>
            <a:r>
              <a:rPr lang="en-US" sz="2000"/>
              <a:t>Daily Scan and Auto generation of overdue maintenance</a:t>
            </a:r>
          </a:p>
          <a:p>
            <a:r>
              <a:rPr lang="en-US" sz="2000"/>
              <a:t>Integration with Technical Library</a:t>
            </a:r>
          </a:p>
          <a:p>
            <a:endParaRPr lang="en-US" sz="2000"/>
          </a:p>
        </p:txBody>
      </p:sp>
      <p:pic>
        <p:nvPicPr>
          <p:cNvPr id="5" name="Picture 4" descr="Graphical user interface, application, website&#10;&#10;AI-generated content may be incorrect.">
            <a:extLst>
              <a:ext uri="{FF2B5EF4-FFF2-40B4-BE49-F238E27FC236}">
                <a16:creationId xmlns:a16="http://schemas.microsoft.com/office/drawing/2014/main" id="{F7AFE11F-921F-CFA0-3B22-BF7EE00D4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895" y="774285"/>
            <a:ext cx="2992664" cy="2581173"/>
          </a:xfrm>
          <a:prstGeom prst="rect">
            <a:avLst/>
          </a:prstGeom>
        </p:spPr>
      </p:pic>
      <p:pic>
        <p:nvPicPr>
          <p:cNvPr id="7" name="Picture 6" descr="Graphical user interface, application, website&#10;&#10;AI-generated content may be incorrect.">
            <a:extLst>
              <a:ext uri="{FF2B5EF4-FFF2-40B4-BE49-F238E27FC236}">
                <a16:creationId xmlns:a16="http://schemas.microsoft.com/office/drawing/2014/main" id="{79843B91-DFF1-AA41-07A4-BD5664356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977" y="3575074"/>
            <a:ext cx="3196499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5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F821-C43B-3228-EBA0-47E96BCB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and Plans</a:t>
            </a:r>
          </a:p>
        </p:txBody>
      </p:sp>
      <p:pic>
        <p:nvPicPr>
          <p:cNvPr id="5" name="Picture 4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D2476399-B057-AA9F-D0EA-56D127343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44" y="1597517"/>
            <a:ext cx="5045441" cy="5158314"/>
          </a:xfrm>
          <a:prstGeom prst="rect">
            <a:avLst/>
          </a:prstGeom>
        </p:spPr>
      </p:pic>
      <p:pic>
        <p:nvPicPr>
          <p:cNvPr id="7" name="Picture 6" descr="Graphical user interface, text, website&#10;&#10;AI-generated content may be incorrect.">
            <a:extLst>
              <a:ext uri="{FF2B5EF4-FFF2-40B4-BE49-F238E27FC236}">
                <a16:creationId xmlns:a16="http://schemas.microsoft.com/office/drawing/2014/main" id="{9AEA164E-5F1B-2479-04AE-F61A299B1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653" y="1792857"/>
            <a:ext cx="6605081" cy="496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4DB44-CCC6-9869-EF1C-78F656699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Enhanced Dispatching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6B4986-B690-3232-7D03-ABDB0E9A01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45680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603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E0996-8849-809C-C555-5B2118C7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DA929-D4F7-6C76-EA10-E66E5B0B2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300" y="61565"/>
            <a:ext cx="6273800" cy="1285875"/>
          </a:xfrm>
        </p:spPr>
        <p:txBody>
          <a:bodyPr/>
          <a:lstStyle/>
          <a:p>
            <a:pPr algn="ctr"/>
            <a:r>
              <a:rPr lang="en-US" dirty="0"/>
              <a:t>Current Capabilities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35AC0A-69DC-76E7-C888-7392CB5EE895}"/>
              </a:ext>
            </a:extLst>
          </p:cNvPr>
          <p:cNvSpPr/>
          <p:nvPr/>
        </p:nvSpPr>
        <p:spPr>
          <a:xfrm>
            <a:off x="203200" y="2856706"/>
            <a:ext cx="1358900" cy="4001294"/>
          </a:xfrm>
          <a:prstGeom prst="rect">
            <a:avLst/>
          </a:prstGeom>
          <a:solidFill>
            <a:srgbClr val="FFC000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Reservation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A4A80-93F8-33D2-2420-4DC1D41167E9}"/>
              </a:ext>
            </a:extLst>
          </p:cNvPr>
          <p:cNvSpPr/>
          <p:nvPr/>
        </p:nvSpPr>
        <p:spPr>
          <a:xfrm>
            <a:off x="2120900" y="3199788"/>
            <a:ext cx="1358900" cy="890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Requested Capabilities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4B4AE-2CF0-9397-2C68-74BF2410EFC5}"/>
              </a:ext>
            </a:extLst>
          </p:cNvPr>
          <p:cNvSpPr/>
          <p:nvPr/>
        </p:nvSpPr>
        <p:spPr>
          <a:xfrm>
            <a:off x="2120900" y="4539641"/>
            <a:ext cx="1358900" cy="8905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Requested skills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F51D76-66B3-F274-8E4E-0934FC392EEF}"/>
              </a:ext>
            </a:extLst>
          </p:cNvPr>
          <p:cNvSpPr/>
          <p:nvPr/>
        </p:nvSpPr>
        <p:spPr>
          <a:xfrm>
            <a:off x="2120900" y="5861230"/>
            <a:ext cx="1358900" cy="8905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Requested Parts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5CC786-09C6-65A8-6E93-29B8C5AEA179}"/>
              </a:ext>
            </a:extLst>
          </p:cNvPr>
          <p:cNvSpPr/>
          <p:nvPr/>
        </p:nvSpPr>
        <p:spPr>
          <a:xfrm>
            <a:off x="3873500" y="3206932"/>
            <a:ext cx="1358900" cy="890585"/>
          </a:xfrm>
          <a:prstGeom prst="rect">
            <a:avLst/>
          </a:prstGeom>
          <a:solidFill>
            <a:schemeClr val="bg2">
              <a:lumMod val="7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Capabilities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4BBA1D-9A43-13F9-2D2A-74A901B70A7B}"/>
              </a:ext>
            </a:extLst>
          </p:cNvPr>
          <p:cNvSpPr/>
          <p:nvPr/>
        </p:nvSpPr>
        <p:spPr>
          <a:xfrm>
            <a:off x="3873500" y="4539641"/>
            <a:ext cx="1358900" cy="8905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Skills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A76A61-929F-71A1-DAE0-31F76C8E1B6B}"/>
              </a:ext>
            </a:extLst>
          </p:cNvPr>
          <p:cNvSpPr/>
          <p:nvPr/>
        </p:nvSpPr>
        <p:spPr>
          <a:xfrm>
            <a:off x="5651500" y="3203843"/>
            <a:ext cx="1358900" cy="890585"/>
          </a:xfrm>
          <a:prstGeom prst="rect">
            <a:avLst/>
          </a:prstGeom>
          <a:solidFill>
            <a:schemeClr val="bg2">
              <a:lumMod val="7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Asset Capabilities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17788-CB7F-E1C8-42C7-35F0DF9BF47A}"/>
              </a:ext>
            </a:extLst>
          </p:cNvPr>
          <p:cNvSpPr/>
          <p:nvPr/>
        </p:nvSpPr>
        <p:spPr>
          <a:xfrm>
            <a:off x="5626100" y="4539641"/>
            <a:ext cx="1358900" cy="8905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Skills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C98268-07C0-7643-8568-0D586E21F808}"/>
              </a:ext>
            </a:extLst>
          </p:cNvPr>
          <p:cNvSpPr/>
          <p:nvPr/>
        </p:nvSpPr>
        <p:spPr>
          <a:xfrm>
            <a:off x="7378700" y="4539640"/>
            <a:ext cx="1358900" cy="890585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37FC8F-190D-5CD2-755E-C9B106B99BD5}"/>
              </a:ext>
            </a:extLst>
          </p:cNvPr>
          <p:cNvSpPr/>
          <p:nvPr/>
        </p:nvSpPr>
        <p:spPr>
          <a:xfrm>
            <a:off x="7378700" y="3206932"/>
            <a:ext cx="1358900" cy="890585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14036-81BB-7730-7604-5965C234BF5F}"/>
              </a:ext>
            </a:extLst>
          </p:cNvPr>
          <p:cNvSpPr/>
          <p:nvPr/>
        </p:nvSpPr>
        <p:spPr>
          <a:xfrm>
            <a:off x="9105900" y="2545196"/>
            <a:ext cx="1358900" cy="890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Dispatch Assets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F4D3C0-CBE7-7711-9341-E480812D368A}"/>
              </a:ext>
            </a:extLst>
          </p:cNvPr>
          <p:cNvSpPr/>
          <p:nvPr/>
        </p:nvSpPr>
        <p:spPr>
          <a:xfrm>
            <a:off x="9131300" y="4539640"/>
            <a:ext cx="1358900" cy="89058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Dispatch Users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5F7BC4-BE1C-48EB-407E-03362B443BEF}"/>
              </a:ext>
            </a:extLst>
          </p:cNvPr>
          <p:cNvSpPr/>
          <p:nvPr/>
        </p:nvSpPr>
        <p:spPr>
          <a:xfrm>
            <a:off x="7353300" y="5885047"/>
            <a:ext cx="1358900" cy="890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39FC4C-1B32-6572-2015-C89E0FDE5379}"/>
              </a:ext>
            </a:extLst>
          </p:cNvPr>
          <p:cNvSpPr/>
          <p:nvPr/>
        </p:nvSpPr>
        <p:spPr>
          <a:xfrm>
            <a:off x="9131300" y="5885047"/>
            <a:ext cx="1358900" cy="890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Dispatch Parts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6A48A2-3AB3-47A1-BE1B-72D1A98C7F2C}"/>
              </a:ext>
            </a:extLst>
          </p:cNvPr>
          <p:cNvSpPr/>
          <p:nvPr/>
        </p:nvSpPr>
        <p:spPr>
          <a:xfrm>
            <a:off x="10909300" y="2820982"/>
            <a:ext cx="1117600" cy="4001293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Dispatch Manifest Header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32D57-1BFA-4E7A-3EFC-240470C7201A}"/>
              </a:ext>
            </a:extLst>
          </p:cNvPr>
          <p:cNvSpPr/>
          <p:nvPr/>
        </p:nvSpPr>
        <p:spPr>
          <a:xfrm>
            <a:off x="2800350" y="1632348"/>
            <a:ext cx="2432050" cy="890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Rejection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D40DE0-6C11-A547-320B-775470C96B6E}"/>
              </a:ext>
            </a:extLst>
          </p:cNvPr>
          <p:cNvSpPr/>
          <p:nvPr/>
        </p:nvSpPr>
        <p:spPr>
          <a:xfrm>
            <a:off x="2800350" y="462365"/>
            <a:ext cx="2432050" cy="8905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Alternative Outcome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35A7BF-5DC7-4185-DF27-692AF0FEEBFE}"/>
              </a:ext>
            </a:extLst>
          </p:cNvPr>
          <p:cNvCxnSpPr>
            <a:cxnSpLocks/>
          </p:cNvCxnSpPr>
          <p:nvPr/>
        </p:nvCxnSpPr>
        <p:spPr>
          <a:xfrm flipH="1">
            <a:off x="1587500" y="3623145"/>
            <a:ext cx="533400" cy="25991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D78047-16FA-5EDF-3998-5227607CA770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1562100" y="4972236"/>
            <a:ext cx="558800" cy="12698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852437-4C3C-0564-34B6-FCE012A3FA4A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587500" y="6306523"/>
            <a:ext cx="533400" cy="12698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CA3F45-CB60-6794-4911-558502618935}"/>
              </a:ext>
            </a:extLst>
          </p:cNvPr>
          <p:cNvCxnSpPr>
            <a:cxnSpLocks/>
          </p:cNvCxnSpPr>
          <p:nvPr/>
        </p:nvCxnSpPr>
        <p:spPr>
          <a:xfrm flipH="1">
            <a:off x="5207000" y="3576024"/>
            <a:ext cx="4191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A1E9179-3649-12B2-34EC-1879DD61FDA8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flipH="1">
            <a:off x="5232400" y="4984934"/>
            <a:ext cx="3937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341013-FF5E-D80B-A360-BB7C75BBEAAF}"/>
              </a:ext>
            </a:extLst>
          </p:cNvPr>
          <p:cNvCxnSpPr>
            <a:cxnSpLocks/>
          </p:cNvCxnSpPr>
          <p:nvPr/>
        </p:nvCxnSpPr>
        <p:spPr>
          <a:xfrm flipH="1">
            <a:off x="8712200" y="3576024"/>
            <a:ext cx="2222500" cy="150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1ED5BC-1C21-149E-7928-3D89A158A582}"/>
              </a:ext>
            </a:extLst>
          </p:cNvPr>
          <p:cNvCxnSpPr>
            <a:cxnSpLocks/>
            <a:stCxn id="15" idx="1"/>
            <a:endCxn id="12" idx="3"/>
          </p:cNvCxnSpPr>
          <p:nvPr/>
        </p:nvCxnSpPr>
        <p:spPr>
          <a:xfrm flipH="1">
            <a:off x="8737600" y="4984933"/>
            <a:ext cx="3937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C08F08-FFDC-F4EE-2A5B-0C34D6C0023B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8712200" y="6330340"/>
            <a:ext cx="419100" cy="0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1B5C1C5-3F58-017B-B406-7B6D32276B72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7010400" y="3649136"/>
            <a:ext cx="368300" cy="308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E1F95C2-DF6D-5EE8-E767-B47FEB2A469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985000" y="4984933"/>
            <a:ext cx="393700" cy="960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B612265-6D97-1062-E19D-8E0718D70DEB}"/>
              </a:ext>
            </a:extLst>
          </p:cNvPr>
          <p:cNvCxnSpPr>
            <a:cxnSpLocks/>
          </p:cNvCxnSpPr>
          <p:nvPr/>
        </p:nvCxnSpPr>
        <p:spPr>
          <a:xfrm>
            <a:off x="10490200" y="4923807"/>
            <a:ext cx="4445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4562D2F-87A9-B5D4-B6A4-920366257B12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0490200" y="6330340"/>
            <a:ext cx="444500" cy="0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43FB0DB-5953-B393-099B-559DAA485B75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1457325" y="2077641"/>
            <a:ext cx="1343025" cy="719834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BB924E-79D0-9A63-590C-27F34E2C43EC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1081088" y="907658"/>
            <a:ext cx="1719262" cy="1865911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BCA8C0F1-5FF8-BD25-5878-F3CB0604B1A9}"/>
              </a:ext>
            </a:extLst>
          </p:cNvPr>
          <p:cNvSpPr/>
          <p:nvPr/>
        </p:nvSpPr>
        <p:spPr>
          <a:xfrm>
            <a:off x="0" y="203198"/>
            <a:ext cx="2076450" cy="10227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 Template Header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0837A45-D9EF-BA4F-DEF4-BBFB032710EC}"/>
              </a:ext>
            </a:extLst>
          </p:cNvPr>
          <p:cNvCxnSpPr>
            <a:cxnSpLocks/>
            <a:stCxn id="4" idx="0"/>
            <a:endCxn id="47" idx="2"/>
          </p:cNvCxnSpPr>
          <p:nvPr/>
        </p:nvCxnSpPr>
        <p:spPr>
          <a:xfrm flipV="1">
            <a:off x="882650" y="1225949"/>
            <a:ext cx="155575" cy="1630757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96A11A7-582B-4148-B82F-A3D5DCA2928F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3479800" y="6306523"/>
            <a:ext cx="3873500" cy="23817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E291AF1A-7716-D6D0-C5BD-CBBFCA038187}"/>
              </a:ext>
            </a:extLst>
          </p:cNvPr>
          <p:cNvCxnSpPr>
            <a:stCxn id="18" idx="0"/>
          </p:cNvCxnSpPr>
          <p:nvPr/>
        </p:nvCxnSpPr>
        <p:spPr>
          <a:xfrm rot="16200000" flipH="1" flipV="1">
            <a:off x="6426787" y="-2052308"/>
            <a:ext cx="168024" cy="9914603"/>
          </a:xfrm>
          <a:prstGeom prst="curvedConnector4">
            <a:avLst>
              <a:gd name="adj1" fmla="val -364269"/>
              <a:gd name="adj2" fmla="val 60057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728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C0F0-CCF5-3DE5-F544-40570C23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Current</a:t>
            </a:r>
          </a:p>
        </p:txBody>
      </p:sp>
      <p:pic>
        <p:nvPicPr>
          <p:cNvPr id="5" name="Content Placeholder 4" descr="Graphical user interface, text, application, email&#10;&#10;AI-generated content may be incorrect.">
            <a:extLst>
              <a:ext uri="{FF2B5EF4-FFF2-40B4-BE49-F238E27FC236}">
                <a16:creationId xmlns:a16="http://schemas.microsoft.com/office/drawing/2014/main" id="{43CE2B84-D026-4E90-E22C-4DFC4A4BD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25563"/>
            <a:ext cx="8075608" cy="4351338"/>
          </a:xfrm>
          <a:prstGeom prst="rect">
            <a:avLst/>
          </a:prstGeom>
        </p:spPr>
      </p:pic>
      <p:pic>
        <p:nvPicPr>
          <p:cNvPr id="7" name="Picture 6" descr="Graphical user interface, text, application, Word&#10;&#10;AI-generated content may be incorrect.">
            <a:extLst>
              <a:ext uri="{FF2B5EF4-FFF2-40B4-BE49-F238E27FC236}">
                <a16:creationId xmlns:a16="http://schemas.microsoft.com/office/drawing/2014/main" id="{93DF7054-A208-EBBF-DE2C-A14D36FBF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393" y="1831897"/>
            <a:ext cx="4981773" cy="2055586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9" name="Picture 8" descr="Graphical user interface, text, application, email&#10;&#10;AI-generated content may be incorrect.">
            <a:extLst>
              <a:ext uri="{FF2B5EF4-FFF2-40B4-BE49-F238E27FC236}">
                <a16:creationId xmlns:a16="http://schemas.microsoft.com/office/drawing/2014/main" id="{5FC6491F-C0E4-8355-C8F9-A5DB2E5EE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393" y="4228113"/>
            <a:ext cx="4899542" cy="260864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3E7B28-768A-E585-C513-72EB4962C6E3}"/>
              </a:ext>
            </a:extLst>
          </p:cNvPr>
          <p:cNvSpPr txBox="1"/>
          <p:nvPr/>
        </p:nvSpPr>
        <p:spPr>
          <a:xfrm>
            <a:off x="4250453" y="532563"/>
            <a:ext cx="67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Dispatching is primarily handled through one Screen</a:t>
            </a:r>
          </a:p>
        </p:txBody>
      </p:sp>
    </p:spTree>
    <p:extLst>
      <p:ext uri="{BB962C8B-B14F-4D97-AF65-F5344CB8AC3E}">
        <p14:creationId xmlns:p14="http://schemas.microsoft.com/office/powerpoint/2010/main" val="1206623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35E0D-2722-145C-A2CE-946B1C9F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Simple Inventory Process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1E1F37F-A994-B676-817C-1474674C73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432389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304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1B5A8-954F-BCB3-7945-36DF333E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US" dirty="0"/>
              <a:t>Portals and Linkage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8C76D-C663-CDB7-BBD5-9F12DC94E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Visual tools to make it clear that items are linked to each other</a:t>
            </a:r>
          </a:p>
          <a:p>
            <a:r>
              <a:rPr lang="en-US" sz="2000" dirty="0"/>
              <a:t>Purchase orders can be created for stock in advance and linked to maintenance events as they arise</a:t>
            </a:r>
          </a:p>
        </p:txBody>
      </p:sp>
      <p:pic>
        <p:nvPicPr>
          <p:cNvPr id="5" name="Picture 4" descr="Graphical user interface, application, website&#10;&#10;AI-generated content may be incorrect.">
            <a:extLst>
              <a:ext uri="{FF2B5EF4-FFF2-40B4-BE49-F238E27FC236}">
                <a16:creationId xmlns:a16="http://schemas.microsoft.com/office/drawing/2014/main" id="{34BBEBF4-8EFE-9B0D-074F-670A31BC1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11" y="747043"/>
            <a:ext cx="3848322" cy="2337855"/>
          </a:xfrm>
          <a:prstGeom prst="rect">
            <a:avLst/>
          </a:prstGeom>
        </p:spPr>
      </p:pic>
      <p:pic>
        <p:nvPicPr>
          <p:cNvPr id="7" name="Picture 6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CA2F7CC8-59D2-9551-35F2-05F6223F9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786" y="3657600"/>
            <a:ext cx="3015172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26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07F07-9ED1-35FB-993B-698D8F935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br>
              <a:rPr lang="en-US" sz="2800">
                <a:solidFill>
                  <a:srgbClr val="FFFFFF"/>
                </a:solidFill>
              </a:rPr>
            </a:br>
            <a:r>
              <a:rPr lang="en-US" sz="2800">
                <a:solidFill>
                  <a:srgbClr val="FFFFFF"/>
                </a:solidFill>
              </a:rPr>
              <a:t>Inventory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4EAF40-57C8-6681-B9AC-3B06B36B0A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9006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9561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66E1F-4D6D-CE05-E826-4E22E919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Inventory GUI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Graphical user interface, website&#10;&#10;AI-generated content may be incorrect.">
            <a:extLst>
              <a:ext uri="{FF2B5EF4-FFF2-40B4-BE49-F238E27FC236}">
                <a16:creationId xmlns:a16="http://schemas.microsoft.com/office/drawing/2014/main" id="{A631E2A5-1F5C-8D21-D707-89ABA999C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116674"/>
            <a:ext cx="4777381" cy="445490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995B6-E6B2-A880-7F4A-A1734BC39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Users Create an image using open source tools</a:t>
            </a:r>
          </a:p>
          <a:p>
            <a:r>
              <a:rPr lang="en-US" dirty="0"/>
              <a:t>Image is automatically parsed to create locations and bins</a:t>
            </a:r>
          </a:p>
          <a:p>
            <a:r>
              <a:rPr lang="en-US" dirty="0"/>
              <a:t>Users can accept parts to the warehouse then assign to a 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573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E55C4-CE4F-DF2E-D7B3-02E4C76D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Configuration Management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D8D22-CC07-4E0A-6931-CBEE40CA2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Configuration templates outline what items are expected and the structure of the configuration</a:t>
            </a:r>
          </a:p>
          <a:p>
            <a:r>
              <a:rPr lang="en-US" sz="2200" dirty="0"/>
              <a:t>Assets can be assigned templates children and modifications.</a:t>
            </a:r>
          </a:p>
          <a:p>
            <a:r>
              <a:rPr lang="en-US" sz="2200" dirty="0"/>
              <a:t>Templates can have Recursive Configuration Expectations for Children</a:t>
            </a:r>
          </a:p>
          <a:p>
            <a:endParaRPr lang="en-US" sz="2200" dirty="0"/>
          </a:p>
        </p:txBody>
      </p:sp>
      <p:pic>
        <p:nvPicPr>
          <p:cNvPr id="5" name="Picture 4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9BC78829-1133-6B0C-C09E-231C53EBE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347769"/>
            <a:ext cx="5458968" cy="41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99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6593F3-2982-6933-A48E-CD4D4CE59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Capabilities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C3D53C3-1CAA-3396-3884-124F3FE6E7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3584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2243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328E-3B2C-A146-6FCC-0ACF08557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Capabilities portal</a:t>
            </a:r>
          </a:p>
        </p:txBody>
      </p:sp>
      <p:pic>
        <p:nvPicPr>
          <p:cNvPr id="5" name="Content Placeholder 4" descr="Graphical user interface, text, application, email, website&#10;&#10;AI-generated content may be incorrect.">
            <a:extLst>
              <a:ext uri="{FF2B5EF4-FFF2-40B4-BE49-F238E27FC236}">
                <a16:creationId xmlns:a16="http://schemas.microsoft.com/office/drawing/2014/main" id="{9C0FB22A-D0C0-B38A-1C2D-BECC5660F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2675" y="1825625"/>
            <a:ext cx="53666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31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9653884-08CE-4579-8A80-F00D55BF0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B80517-8278-30CC-EA2B-8681AB117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739" b="-3"/>
          <a:stretch>
            <a:fillRect/>
          </a:stretch>
        </p:blipFill>
        <p:spPr>
          <a:xfrm>
            <a:off x="20" y="-1"/>
            <a:ext cx="3936404" cy="6309360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20D4FAC-7B9A-4A4F-8E53-071522870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3078" y="201352"/>
            <a:ext cx="7568588" cy="2093976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25A76-6E8C-D2FC-0FF1-4F00BE2F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271" y="443668"/>
            <a:ext cx="2871216" cy="1609344"/>
          </a:xfrm>
        </p:spPr>
        <p:txBody>
          <a:bodyPr>
            <a:normAutofit/>
          </a:bodyPr>
          <a:lstStyle/>
          <a:p>
            <a:r>
              <a:rPr lang="en-US" sz="2400"/>
              <a:t>Architecture and Demo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D2A13B-608C-4BE1-AC1F-62B2DAF76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5702" y="89748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7038ED-F717-467A-8D75-D8441BB92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54550" y="1239196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4CDB6A1F-06B8-0119-8536-1A1313B84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1391" y="443668"/>
            <a:ext cx="3712464" cy="1609344"/>
          </a:xfrm>
        </p:spPr>
        <p:txBody>
          <a:bodyPr anchor="ctr">
            <a:normAutofit/>
          </a:bodyPr>
          <a:lstStyle/>
          <a:p>
            <a:r>
              <a:rPr lang="en-US" sz="1700" dirty="0">
                <a:hlinkClick r:id="rId3"/>
              </a:rPr>
              <a:t>Ebamscore.com</a:t>
            </a:r>
            <a:endParaRPr lang="en-US" sz="1700" dirty="0"/>
          </a:p>
          <a:p>
            <a:r>
              <a:rPr lang="en-US" sz="1700" dirty="0">
                <a:hlinkClick r:id="rId4"/>
              </a:rPr>
              <a:t>Repo</a:t>
            </a:r>
            <a:endParaRPr lang="en-US" sz="1700" dirty="0"/>
          </a:p>
        </p:txBody>
      </p:sp>
      <p:pic>
        <p:nvPicPr>
          <p:cNvPr id="9" name="Content Placeholder 8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E2386B0A-F360-AD8E-1AA2-D3014D3C8C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1" b="5953"/>
          <a:stretch>
            <a:fillRect/>
          </a:stretch>
        </p:blipFill>
        <p:spPr>
          <a:xfrm>
            <a:off x="4155702" y="2573434"/>
            <a:ext cx="3922776" cy="3735926"/>
          </a:xfrm>
          <a:prstGeom prst="rect">
            <a:avLst/>
          </a:prstGeom>
        </p:spPr>
      </p:pic>
      <p:pic>
        <p:nvPicPr>
          <p:cNvPr id="7" name="Picture 6" descr="Graphical user interface, website&#10;&#10;AI-generated content may be incorrect.">
            <a:extLst>
              <a:ext uri="{FF2B5EF4-FFF2-40B4-BE49-F238E27FC236}">
                <a16:creationId xmlns:a16="http://schemas.microsoft.com/office/drawing/2014/main" id="{E619B9C9-5EA7-DE6B-9F19-9154B98772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077" r="15107" b="2"/>
          <a:stretch>
            <a:fillRect/>
          </a:stretch>
        </p:blipFill>
        <p:spPr>
          <a:xfrm>
            <a:off x="8290932" y="2560123"/>
            <a:ext cx="3901068" cy="374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3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6b665fc-95ee-4bc0-ba4f-93fdedf161ac}" enabled="0" method="" siteId="{56b665fc-95ee-4bc0-ba4f-93fdedf161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4613</TotalTime>
  <Words>757</Words>
  <Application>Microsoft Office PowerPoint</Application>
  <PresentationFormat>Widescreen</PresentationFormat>
  <Paragraphs>123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Event Based Asset Management System</vt:lpstr>
      <vt:lpstr>What is EBAMS</vt:lpstr>
      <vt:lpstr>EBAMS as a General Management Software</vt:lpstr>
      <vt:lpstr>Portal Based System</vt:lpstr>
      <vt:lpstr>Timeline View</vt:lpstr>
      <vt:lpstr>Improvements over Current Methods</vt:lpstr>
      <vt:lpstr>Policy Drives Software</vt:lpstr>
      <vt:lpstr>Cost</vt:lpstr>
      <vt:lpstr>AI enabled Architecture</vt:lpstr>
      <vt:lpstr>Enhanced Maintenance Model</vt:lpstr>
      <vt:lpstr>Maintenance Modules</vt:lpstr>
      <vt:lpstr>Templates and Plans</vt:lpstr>
      <vt:lpstr>Enhanced Dispatching Process</vt:lpstr>
      <vt:lpstr>Current Capabilities</vt:lpstr>
      <vt:lpstr>Current</vt:lpstr>
      <vt:lpstr>Simple Inventory Process</vt:lpstr>
      <vt:lpstr>Portals and Linkage</vt:lpstr>
      <vt:lpstr> Inventory</vt:lpstr>
      <vt:lpstr>Inventory GUI</vt:lpstr>
      <vt:lpstr>Configuration Management</vt:lpstr>
      <vt:lpstr>Capabilities</vt:lpstr>
      <vt:lpstr>Capabilities portal</vt:lpstr>
      <vt:lpstr>Architecture and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Bissett, Christian J CTR USSOCOM NSW (USA)</dc:creator>
  <cp:lastModifiedBy>Bissett, Christian J CTR USSOCOM NSW (USA)</cp:lastModifiedBy>
  <cp:revision>11</cp:revision>
  <dcterms:created xsi:type="dcterms:W3CDTF">2026-02-02T21:50:27Z</dcterms:created>
  <dcterms:modified xsi:type="dcterms:W3CDTF">2026-03-13T18:13:17Z</dcterms:modified>
</cp:coreProperties>
</file>